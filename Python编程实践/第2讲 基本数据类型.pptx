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45"/>
  </p:notesMasterIdLst>
  <p:sldIdLst>
    <p:sldId id="256" r:id="rId2"/>
    <p:sldId id="303" r:id="rId3"/>
    <p:sldId id="304" r:id="rId4"/>
    <p:sldId id="305" r:id="rId5"/>
    <p:sldId id="306" r:id="rId6"/>
    <p:sldId id="308" r:id="rId7"/>
    <p:sldId id="309" r:id="rId8"/>
    <p:sldId id="310" r:id="rId9"/>
    <p:sldId id="311"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6" r:id="rId26"/>
    <p:sldId id="277" r:id="rId27"/>
    <p:sldId id="335" r:id="rId28"/>
    <p:sldId id="280" r:id="rId29"/>
    <p:sldId id="281" r:id="rId30"/>
    <p:sldId id="330" r:id="rId31"/>
    <p:sldId id="282" r:id="rId32"/>
    <p:sldId id="333" r:id="rId33"/>
    <p:sldId id="285" r:id="rId34"/>
    <p:sldId id="288" r:id="rId35"/>
    <p:sldId id="336" r:id="rId36"/>
    <p:sldId id="324" r:id="rId37"/>
    <p:sldId id="291" r:id="rId38"/>
    <p:sldId id="293" r:id="rId39"/>
    <p:sldId id="294" r:id="rId40"/>
    <p:sldId id="295" r:id="rId41"/>
    <p:sldId id="297" r:id="rId42"/>
    <p:sldId id="361" r:id="rId43"/>
    <p:sldId id="362" r:id="rId4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807" autoAdjust="0"/>
  </p:normalViewPr>
  <p:slideViewPr>
    <p:cSldViewPr>
      <p:cViewPr varScale="1">
        <p:scale>
          <a:sx n="82" d="100"/>
          <a:sy n="82" d="100"/>
        </p:scale>
        <p:origin x="1282"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F255041-83CC-4C15-9BE3-7FE60A71694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anose="02010600030101010101"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6922F0D6-456B-4C73-80DB-1B1845B0C32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anose="02010600030101010101" pitchFamily="2" charset="-122"/>
              </a:defRPr>
            </a:lvl1pPr>
          </a:lstStyle>
          <a:p>
            <a:pPr>
              <a:defRPr/>
            </a:pPr>
            <a:fld id="{B7B94465-BC12-42BD-9179-5A428550A946}" type="datetimeFigureOut">
              <a:rPr lang="zh-CN" altLang="en-US"/>
              <a:pPr>
                <a:defRPr/>
              </a:pPr>
              <a:t>2026/6/27</a:t>
            </a:fld>
            <a:endParaRPr lang="zh-CN" altLang="en-US"/>
          </a:p>
        </p:txBody>
      </p:sp>
      <p:sp>
        <p:nvSpPr>
          <p:cNvPr id="4" name="幻灯片图像占位符 3">
            <a:extLst>
              <a:ext uri="{FF2B5EF4-FFF2-40B4-BE49-F238E27FC236}">
                <a16:creationId xmlns:a16="http://schemas.microsoft.com/office/drawing/2014/main" id="{D24E1026-5332-4587-B465-D806B0E618B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67BB343-126D-4042-9CE3-28A08838607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0586E51B-20D5-4E53-8401-A12356F99E6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anose="02010600030101010101" pitchFamily="2" charset="-122"/>
              </a:defRPr>
            </a:lvl1pPr>
          </a:lstStyle>
          <a:p>
            <a:pPr>
              <a:defRPr/>
            </a:pPr>
            <a:endParaRPr lang="zh-CN" altLang="en-US"/>
          </a:p>
        </p:txBody>
      </p:sp>
      <p:sp>
        <p:nvSpPr>
          <p:cNvPr id="7" name="灯片编号占位符 6">
            <a:extLst>
              <a:ext uri="{FF2B5EF4-FFF2-40B4-BE49-F238E27FC236}">
                <a16:creationId xmlns:a16="http://schemas.microsoft.com/office/drawing/2014/main" id="{819DDBE0-D33A-40C9-AFAD-08565524092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E309560-0198-4AC9-B096-0F8583CC6123}"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D18F393B-674C-4BB2-AB0D-4CE3E4760C03}"/>
              </a:ext>
            </a:extLst>
          </p:cNvPr>
          <p:cNvGrpSpPr>
            <a:grpSpLocks/>
          </p:cNvGrpSpPr>
          <p:nvPr/>
        </p:nvGrpSpPr>
        <p:grpSpPr bwMode="auto">
          <a:xfrm>
            <a:off x="0" y="0"/>
            <a:ext cx="8805863" cy="6858000"/>
            <a:chOff x="0" y="0"/>
            <a:chExt cx="5547" cy="4320"/>
          </a:xfrm>
        </p:grpSpPr>
        <p:grpSp>
          <p:nvGrpSpPr>
            <p:cNvPr id="5" name="Group 3">
              <a:extLst>
                <a:ext uri="{FF2B5EF4-FFF2-40B4-BE49-F238E27FC236}">
                  <a16:creationId xmlns:a16="http://schemas.microsoft.com/office/drawing/2014/main" id="{07E5420C-A175-4A8B-993A-25E7D3BFB296}"/>
                </a:ext>
              </a:extLst>
            </p:cNvPr>
            <p:cNvGrpSpPr>
              <a:grpSpLocks/>
            </p:cNvGrpSpPr>
            <p:nvPr userDrawn="1"/>
          </p:nvGrpSpPr>
          <p:grpSpPr bwMode="auto">
            <a:xfrm rot="-215207">
              <a:off x="3691" y="234"/>
              <a:ext cx="1857" cy="3625"/>
              <a:chOff x="3010" y="778"/>
              <a:chExt cx="1857" cy="3625"/>
            </a:xfrm>
          </p:grpSpPr>
          <p:sp>
            <p:nvSpPr>
              <p:cNvPr id="39" name="Freeform 4">
                <a:extLst>
                  <a:ext uri="{FF2B5EF4-FFF2-40B4-BE49-F238E27FC236}">
                    <a16:creationId xmlns:a16="http://schemas.microsoft.com/office/drawing/2014/main" id="{0B0F5743-A505-41EC-940D-9499525250A4}"/>
                  </a:ext>
                </a:extLst>
              </p:cNvPr>
              <p:cNvSpPr>
                <a:spLocks noChangeArrowheads="1"/>
              </p:cNvSpPr>
              <p:nvPr userDrawn="1"/>
            </p:nvSpPr>
            <p:spPr bwMode="auto">
              <a:xfrm rot="12185230" flipV="1">
                <a:off x="3533" y="777"/>
                <a:ext cx="1333" cy="1485"/>
              </a:xfrm>
              <a:custGeom>
                <a:avLst/>
                <a:gdLst>
                  <a:gd name="T0" fmla="*/ 16 w 596"/>
                  <a:gd name="T1" fmla="*/ 370 h 666"/>
                  <a:gd name="T2" fmla="*/ 6 w 596"/>
                  <a:gd name="T3" fmla="*/ 341 h 666"/>
                  <a:gd name="T4" fmla="*/ 0 w 596"/>
                  <a:gd name="T5" fmla="*/ 289 h 666"/>
                  <a:gd name="T6" fmla="*/ 4 w 596"/>
                  <a:gd name="T7" fmla="*/ 222 h 666"/>
                  <a:gd name="T8" fmla="*/ 25 w 596"/>
                  <a:gd name="T9" fmla="*/ 151 h 666"/>
                  <a:gd name="T10" fmla="*/ 69 w 596"/>
                  <a:gd name="T11" fmla="*/ 84 h 666"/>
                  <a:gd name="T12" fmla="*/ 142 w 596"/>
                  <a:gd name="T13" fmla="*/ 31 h 666"/>
                  <a:gd name="T14" fmla="*/ 247 w 596"/>
                  <a:gd name="T15" fmla="*/ 2 h 666"/>
                  <a:gd name="T16" fmla="*/ 380 w 596"/>
                  <a:gd name="T17" fmla="*/ 9 h 666"/>
                  <a:gd name="T18" fmla="*/ 484 w 596"/>
                  <a:gd name="T19" fmla="*/ 68 h 666"/>
                  <a:gd name="T20" fmla="*/ 554 w 596"/>
                  <a:gd name="T21" fmla="*/ 165 h 666"/>
                  <a:gd name="T22" fmla="*/ 591 w 596"/>
                  <a:gd name="T23" fmla="*/ 284 h 666"/>
                  <a:gd name="T24" fmla="*/ 595 w 596"/>
                  <a:gd name="T25" fmla="*/ 409 h 666"/>
                  <a:gd name="T26" fmla="*/ 566 w 596"/>
                  <a:gd name="T27" fmla="*/ 525 h 666"/>
                  <a:gd name="T28" fmla="*/ 507 w 596"/>
                  <a:gd name="T29" fmla="*/ 615 h 666"/>
                  <a:gd name="T30" fmla="*/ 417 w 596"/>
                  <a:gd name="T31" fmla="*/ 663 h 666"/>
                  <a:gd name="T32" fmla="*/ 389 w 596"/>
                  <a:gd name="T33" fmla="*/ 659 h 666"/>
                  <a:gd name="T34" fmla="*/ 441 w 596"/>
                  <a:gd name="T35" fmla="*/ 617 h 666"/>
                  <a:gd name="T36" fmla="*/ 482 w 596"/>
                  <a:gd name="T37" fmla="*/ 544 h 666"/>
                  <a:gd name="T38" fmla="*/ 509 w 596"/>
                  <a:gd name="T39" fmla="*/ 454 h 666"/>
                  <a:gd name="T40" fmla="*/ 520 w 596"/>
                  <a:gd name="T41" fmla="*/ 355 h 666"/>
                  <a:gd name="T42" fmla="*/ 514 w 596"/>
                  <a:gd name="T43" fmla="*/ 258 h 666"/>
                  <a:gd name="T44" fmla="*/ 485 w 596"/>
                  <a:gd name="T45" fmla="*/ 174 h 666"/>
                  <a:gd name="T46" fmla="*/ 433 w 596"/>
                  <a:gd name="T47" fmla="*/ 112 h 666"/>
                  <a:gd name="T48" fmla="*/ 341 w 596"/>
                  <a:gd name="T49" fmla="*/ 75 h 666"/>
                  <a:gd name="T50" fmla="*/ 246 w 596"/>
                  <a:gd name="T51" fmla="*/ 61 h 666"/>
                  <a:gd name="T52" fmla="*/ 174 w 596"/>
                  <a:gd name="T53" fmla="*/ 71 h 666"/>
                  <a:gd name="T54" fmla="*/ 121 w 596"/>
                  <a:gd name="T55" fmla="*/ 101 h 666"/>
                  <a:gd name="T56" fmla="*/ 84 w 596"/>
                  <a:gd name="T57" fmla="*/ 149 h 666"/>
                  <a:gd name="T58" fmla="*/ 57 w 596"/>
                  <a:gd name="T59" fmla="*/ 206 h 666"/>
                  <a:gd name="T60" fmla="*/ 40 w 596"/>
                  <a:gd name="T61" fmla="*/ 272 h 666"/>
                  <a:gd name="T62" fmla="*/ 28 w 596"/>
                  <a:gd name="T63" fmla="*/ 339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40" name="Freeform 5">
                <a:extLst>
                  <a:ext uri="{FF2B5EF4-FFF2-40B4-BE49-F238E27FC236}">
                    <a16:creationId xmlns:a16="http://schemas.microsoft.com/office/drawing/2014/main" id="{11A8A9DE-737A-4BCB-9F6A-40A527C44BFF}"/>
                  </a:ext>
                </a:extLst>
              </p:cNvPr>
              <p:cNvSpPr>
                <a:spLocks noChangeArrowheads="1"/>
              </p:cNvSpPr>
              <p:nvPr userDrawn="1"/>
            </p:nvSpPr>
            <p:spPr bwMode="auto">
              <a:xfrm rot="12185230" flipV="1">
                <a:off x="4028" y="1801"/>
                <a:ext cx="571" cy="531"/>
              </a:xfrm>
              <a:custGeom>
                <a:avLst/>
                <a:gdLst>
                  <a:gd name="T0" fmla="*/ 0 w 257"/>
                  <a:gd name="T1" fmla="*/ 0 h 237"/>
                  <a:gd name="T2" fmla="*/ 0 w 257"/>
                  <a:gd name="T3" fmla="*/ 25 h 237"/>
                  <a:gd name="T4" fmla="*/ 3 w 257"/>
                  <a:gd name="T5" fmla="*/ 50 h 237"/>
                  <a:gd name="T6" fmla="*/ 6 w 257"/>
                  <a:gd name="T7" fmla="*/ 75 h 237"/>
                  <a:gd name="T8" fmla="*/ 11 w 257"/>
                  <a:gd name="T9" fmla="*/ 98 h 237"/>
                  <a:gd name="T10" fmla="*/ 18 w 257"/>
                  <a:gd name="T11" fmla="*/ 119 h 237"/>
                  <a:gd name="T12" fmla="*/ 27 w 257"/>
                  <a:gd name="T13" fmla="*/ 141 h 237"/>
                  <a:gd name="T14" fmla="*/ 38 w 257"/>
                  <a:gd name="T15" fmla="*/ 161 h 237"/>
                  <a:gd name="T16" fmla="*/ 51 w 257"/>
                  <a:gd name="T17" fmla="*/ 178 h 237"/>
                  <a:gd name="T18" fmla="*/ 67 w 257"/>
                  <a:gd name="T19" fmla="*/ 194 h 237"/>
                  <a:gd name="T20" fmla="*/ 86 w 257"/>
                  <a:gd name="T21" fmla="*/ 208 h 237"/>
                  <a:gd name="T22" fmla="*/ 106 w 257"/>
                  <a:gd name="T23" fmla="*/ 219 h 237"/>
                  <a:gd name="T24" fmla="*/ 131 w 257"/>
                  <a:gd name="T25" fmla="*/ 228 h 237"/>
                  <a:gd name="T26" fmla="*/ 158 w 257"/>
                  <a:gd name="T27" fmla="*/ 234 h 237"/>
                  <a:gd name="T28" fmla="*/ 188 w 257"/>
                  <a:gd name="T29" fmla="*/ 237 h 237"/>
                  <a:gd name="T30" fmla="*/ 220 w 257"/>
                  <a:gd name="T31" fmla="*/ 236 h 237"/>
                  <a:gd name="T32" fmla="*/ 257 w 257"/>
                  <a:gd name="T33" fmla="*/ 232 h 237"/>
                  <a:gd name="T34" fmla="*/ 224 w 257"/>
                  <a:gd name="T35" fmla="*/ 227 h 237"/>
                  <a:gd name="T36" fmla="*/ 195 w 257"/>
                  <a:gd name="T37" fmla="*/ 220 h 237"/>
                  <a:gd name="T38" fmla="*/ 170 w 257"/>
                  <a:gd name="T39" fmla="*/ 212 h 237"/>
                  <a:gd name="T40" fmla="*/ 148 w 257"/>
                  <a:gd name="T41" fmla="*/ 204 h 237"/>
                  <a:gd name="T42" fmla="*/ 128 w 257"/>
                  <a:gd name="T43" fmla="*/ 193 h 237"/>
                  <a:gd name="T44" fmla="*/ 112 w 257"/>
                  <a:gd name="T45" fmla="*/ 182 h 237"/>
                  <a:gd name="T46" fmla="*/ 97 w 257"/>
                  <a:gd name="T47" fmla="*/ 169 h 237"/>
                  <a:gd name="T48" fmla="*/ 84 w 257"/>
                  <a:gd name="T49" fmla="*/ 155 h 237"/>
                  <a:gd name="T50" fmla="*/ 72 w 257"/>
                  <a:gd name="T51" fmla="*/ 141 h 237"/>
                  <a:gd name="T52" fmla="*/ 61 w 257"/>
                  <a:gd name="T53" fmla="*/ 125 h 237"/>
                  <a:gd name="T54" fmla="*/ 52 w 257"/>
                  <a:gd name="T55" fmla="*/ 107 h 237"/>
                  <a:gd name="T56" fmla="*/ 43 w 257"/>
                  <a:gd name="T57" fmla="*/ 88 h 237"/>
                  <a:gd name="T58" fmla="*/ 33 w 257"/>
                  <a:gd name="T59" fmla="*/ 69 h 237"/>
                  <a:gd name="T60" fmla="*/ 23 w 257"/>
                  <a:gd name="T61" fmla="*/ 47 h 237"/>
                  <a:gd name="T62" fmla="*/ 12 w 257"/>
                  <a:gd name="T63" fmla="*/ 24 h 237"/>
                  <a:gd name="T64" fmla="*/ 0 w 257"/>
                  <a:gd name="T65"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41" name="Freeform 6">
                <a:extLst>
                  <a:ext uri="{FF2B5EF4-FFF2-40B4-BE49-F238E27FC236}">
                    <a16:creationId xmlns:a16="http://schemas.microsoft.com/office/drawing/2014/main" id="{2AFE8D4A-CEEF-4952-9950-ED0F91E5BBF7}"/>
                  </a:ext>
                </a:extLst>
              </p:cNvPr>
              <p:cNvSpPr>
                <a:spLocks noChangeArrowheads="1"/>
              </p:cNvSpPr>
              <p:nvPr userDrawn="1"/>
            </p:nvSpPr>
            <p:spPr bwMode="auto">
              <a:xfrm rot="12185230" flipV="1">
                <a:off x="3638" y="2166"/>
                <a:ext cx="277" cy="249"/>
              </a:xfrm>
              <a:custGeom>
                <a:avLst/>
                <a:gdLst>
                  <a:gd name="T0" fmla="*/ 77 w 124"/>
                  <a:gd name="T1" fmla="*/ 0 h 110"/>
                  <a:gd name="T2" fmla="*/ 124 w 124"/>
                  <a:gd name="T3" fmla="*/ 108 h 110"/>
                  <a:gd name="T4" fmla="*/ 120 w 124"/>
                  <a:gd name="T5" fmla="*/ 107 h 110"/>
                  <a:gd name="T6" fmla="*/ 107 w 124"/>
                  <a:gd name="T7" fmla="*/ 105 h 110"/>
                  <a:gd name="T8" fmla="*/ 89 w 124"/>
                  <a:gd name="T9" fmla="*/ 101 h 110"/>
                  <a:gd name="T10" fmla="*/ 68 w 124"/>
                  <a:gd name="T11" fmla="*/ 99 h 110"/>
                  <a:gd name="T12" fmla="*/ 45 w 124"/>
                  <a:gd name="T13" fmla="*/ 97 h 110"/>
                  <a:gd name="T14" fmla="*/ 25 w 124"/>
                  <a:gd name="T15" fmla="*/ 98 h 110"/>
                  <a:gd name="T16" fmla="*/ 9 w 124"/>
                  <a:gd name="T17" fmla="*/ 102 h 110"/>
                  <a:gd name="T18" fmla="*/ 0 w 124"/>
                  <a:gd name="T19" fmla="*/ 110 h 110"/>
                  <a:gd name="T20" fmla="*/ 4 w 124"/>
                  <a:gd name="T21" fmla="*/ 98 h 110"/>
                  <a:gd name="T22" fmla="*/ 8 w 124"/>
                  <a:gd name="T23" fmla="*/ 89 h 110"/>
                  <a:gd name="T24" fmla="*/ 16 w 124"/>
                  <a:gd name="T25" fmla="*/ 82 h 110"/>
                  <a:gd name="T26" fmla="*/ 25 w 124"/>
                  <a:gd name="T27" fmla="*/ 76 h 110"/>
                  <a:gd name="T28" fmla="*/ 36 w 124"/>
                  <a:gd name="T29" fmla="*/ 72 h 110"/>
                  <a:gd name="T30" fmla="*/ 47 w 124"/>
                  <a:gd name="T31" fmla="*/ 71 h 110"/>
                  <a:gd name="T32" fmla="*/ 59 w 124"/>
                  <a:gd name="T33" fmla="*/ 71 h 110"/>
                  <a:gd name="T34" fmla="*/ 72 w 124"/>
                  <a:gd name="T35" fmla="*/ 74 h 110"/>
                  <a:gd name="T36" fmla="*/ 73 w 124"/>
                  <a:gd name="T37" fmla="*/ 71 h 110"/>
                  <a:gd name="T38" fmla="*/ 70 w 124"/>
                  <a:gd name="T39" fmla="*/ 56 h 110"/>
                  <a:gd name="T40" fmla="*/ 67 w 124"/>
                  <a:gd name="T41" fmla="*/ 38 h 110"/>
                  <a:gd name="T42" fmla="*/ 65 w 124"/>
                  <a:gd name="T43" fmla="*/ 30 h 110"/>
                  <a:gd name="T44" fmla="*/ 63 w 124"/>
                  <a:gd name="T45" fmla="*/ 30 h 110"/>
                  <a:gd name="T46" fmla="*/ 61 w 124"/>
                  <a:gd name="T47" fmla="*/ 29 h 110"/>
                  <a:gd name="T48" fmla="*/ 59 w 124"/>
                  <a:gd name="T49" fmla="*/ 26 h 110"/>
                  <a:gd name="T50" fmla="*/ 57 w 124"/>
                  <a:gd name="T51" fmla="*/ 23 h 110"/>
                  <a:gd name="T52" fmla="*/ 57 w 124"/>
                  <a:gd name="T53" fmla="*/ 19 h 110"/>
                  <a:gd name="T54" fmla="*/ 59 w 124"/>
                  <a:gd name="T55" fmla="*/ 14 h 110"/>
                  <a:gd name="T56" fmla="*/ 66 w 124"/>
                  <a:gd name="T57" fmla="*/ 8 h 110"/>
                  <a:gd name="T58" fmla="*/ 77 w 124"/>
                  <a:gd name="T5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42" name="Freeform 7">
                <a:extLst>
                  <a:ext uri="{FF2B5EF4-FFF2-40B4-BE49-F238E27FC236}">
                    <a16:creationId xmlns:a16="http://schemas.microsoft.com/office/drawing/2014/main" id="{427244CA-AD6D-405F-BDD1-B9A1645AFDA1}"/>
                  </a:ext>
                </a:extLst>
              </p:cNvPr>
              <p:cNvSpPr>
                <a:spLocks noChangeArrowheads="1"/>
              </p:cNvSpPr>
              <p:nvPr userDrawn="1"/>
            </p:nvSpPr>
            <p:spPr bwMode="auto">
              <a:xfrm rot="12185230" flipV="1">
                <a:off x="3978" y="976"/>
                <a:ext cx="245" cy="347"/>
              </a:xfrm>
              <a:custGeom>
                <a:avLst/>
                <a:gdLst>
                  <a:gd name="T0" fmla="*/ 0 w 109"/>
                  <a:gd name="T1" fmla="*/ 0 h 156"/>
                  <a:gd name="T2" fmla="*/ 5 w 109"/>
                  <a:gd name="T3" fmla="*/ 1 h 156"/>
                  <a:gd name="T4" fmla="*/ 18 w 109"/>
                  <a:gd name="T5" fmla="*/ 5 h 156"/>
                  <a:gd name="T6" fmla="*/ 37 w 109"/>
                  <a:gd name="T7" fmla="*/ 12 h 156"/>
                  <a:gd name="T8" fmla="*/ 58 w 109"/>
                  <a:gd name="T9" fmla="*/ 24 h 156"/>
                  <a:gd name="T10" fmla="*/ 78 w 109"/>
                  <a:gd name="T11" fmla="*/ 44 h 156"/>
                  <a:gd name="T12" fmla="*/ 96 w 109"/>
                  <a:gd name="T13" fmla="*/ 71 h 156"/>
                  <a:gd name="T14" fmla="*/ 107 w 109"/>
                  <a:gd name="T15" fmla="*/ 108 h 156"/>
                  <a:gd name="T16" fmla="*/ 109 w 109"/>
                  <a:gd name="T17" fmla="*/ 156 h 156"/>
                  <a:gd name="T18" fmla="*/ 105 w 109"/>
                  <a:gd name="T19" fmla="*/ 156 h 156"/>
                  <a:gd name="T20" fmla="*/ 99 w 109"/>
                  <a:gd name="T21" fmla="*/ 156 h 156"/>
                  <a:gd name="T22" fmla="*/ 93 w 109"/>
                  <a:gd name="T23" fmla="*/ 156 h 156"/>
                  <a:gd name="T24" fmla="*/ 87 w 109"/>
                  <a:gd name="T25" fmla="*/ 154 h 156"/>
                  <a:gd name="T26" fmla="*/ 81 w 109"/>
                  <a:gd name="T27" fmla="*/ 153 h 156"/>
                  <a:gd name="T28" fmla="*/ 74 w 109"/>
                  <a:gd name="T29" fmla="*/ 150 h 156"/>
                  <a:gd name="T30" fmla="*/ 66 w 109"/>
                  <a:gd name="T31" fmla="*/ 145 h 156"/>
                  <a:gd name="T32" fmla="*/ 58 w 109"/>
                  <a:gd name="T33" fmla="*/ 139 h 156"/>
                  <a:gd name="T34" fmla="*/ 53 w 109"/>
                  <a:gd name="T35" fmla="*/ 126 h 156"/>
                  <a:gd name="T36" fmla="*/ 53 w 109"/>
                  <a:gd name="T37" fmla="*/ 111 h 156"/>
                  <a:gd name="T38" fmla="*/ 56 w 109"/>
                  <a:gd name="T39" fmla="*/ 96 h 156"/>
                  <a:gd name="T40" fmla="*/ 59 w 109"/>
                  <a:gd name="T41" fmla="*/ 80 h 156"/>
                  <a:gd name="T42" fmla="*/ 56 w 109"/>
                  <a:gd name="T43" fmla="*/ 62 h 156"/>
                  <a:gd name="T44" fmla="*/ 48 w 109"/>
                  <a:gd name="T45" fmla="*/ 43 h 156"/>
                  <a:gd name="T46" fmla="*/ 31 w 109"/>
                  <a:gd name="T47" fmla="*/ 23 h 156"/>
                  <a:gd name="T48" fmla="*/ 0 w 109"/>
                  <a:gd name="T49"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43" name="Freeform 8">
                <a:extLst>
                  <a:ext uri="{FF2B5EF4-FFF2-40B4-BE49-F238E27FC236}">
                    <a16:creationId xmlns:a16="http://schemas.microsoft.com/office/drawing/2014/main" id="{6A8DA880-2075-480A-8744-86BD4FD7446A}"/>
                  </a:ext>
                </a:extLst>
              </p:cNvPr>
              <p:cNvSpPr>
                <a:spLocks noChangeArrowheads="1"/>
              </p:cNvSpPr>
              <p:nvPr userDrawn="1"/>
            </p:nvSpPr>
            <p:spPr bwMode="auto">
              <a:xfrm rot="12185230" flipV="1">
                <a:off x="3844" y="2207"/>
                <a:ext cx="103" cy="209"/>
              </a:xfrm>
              <a:custGeom>
                <a:avLst/>
                <a:gdLst>
                  <a:gd name="T0" fmla="*/ 31 w 46"/>
                  <a:gd name="T1" fmla="*/ 0 h 94"/>
                  <a:gd name="T2" fmla="*/ 20 w 46"/>
                  <a:gd name="T3" fmla="*/ 38 h 94"/>
                  <a:gd name="T4" fmla="*/ 15 w 46"/>
                  <a:gd name="T5" fmla="*/ 62 h 94"/>
                  <a:gd name="T6" fmla="*/ 11 w 46"/>
                  <a:gd name="T7" fmla="*/ 79 h 94"/>
                  <a:gd name="T8" fmla="*/ 0 w 46"/>
                  <a:gd name="T9" fmla="*/ 94 h 94"/>
                  <a:gd name="T10" fmla="*/ 12 w 46"/>
                  <a:gd name="T11" fmla="*/ 88 h 94"/>
                  <a:gd name="T12" fmla="*/ 23 w 46"/>
                  <a:gd name="T13" fmla="*/ 80 h 94"/>
                  <a:gd name="T14" fmla="*/ 32 w 46"/>
                  <a:gd name="T15" fmla="*/ 69 h 94"/>
                  <a:gd name="T16" fmla="*/ 40 w 46"/>
                  <a:gd name="T17" fmla="*/ 57 h 94"/>
                  <a:gd name="T18" fmla="*/ 45 w 46"/>
                  <a:gd name="T19" fmla="*/ 44 h 94"/>
                  <a:gd name="T20" fmla="*/ 46 w 46"/>
                  <a:gd name="T21" fmla="*/ 30 h 94"/>
                  <a:gd name="T22" fmla="*/ 42 w 46"/>
                  <a:gd name="T23" fmla="*/ 15 h 94"/>
                  <a:gd name="T24" fmla="*/ 31 w 46"/>
                  <a:gd name="T2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44" name="Freeform 9">
                <a:extLst>
                  <a:ext uri="{FF2B5EF4-FFF2-40B4-BE49-F238E27FC236}">
                    <a16:creationId xmlns:a16="http://schemas.microsoft.com/office/drawing/2014/main" id="{4AB0D9B7-CF56-4503-B08B-A8177D7340A7}"/>
                  </a:ext>
                </a:extLst>
              </p:cNvPr>
              <p:cNvSpPr>
                <a:spLocks noChangeArrowheads="1"/>
              </p:cNvSpPr>
              <p:nvPr userDrawn="1"/>
            </p:nvSpPr>
            <p:spPr bwMode="auto">
              <a:xfrm rot="12185230" flipV="1">
                <a:off x="3894" y="1325"/>
                <a:ext cx="120" cy="90"/>
              </a:xfrm>
              <a:custGeom>
                <a:avLst/>
                <a:gdLst>
                  <a:gd name="T0" fmla="*/ 0 w 54"/>
                  <a:gd name="T1" fmla="*/ 0 h 40"/>
                  <a:gd name="T2" fmla="*/ 1 w 54"/>
                  <a:gd name="T3" fmla="*/ 1 h 40"/>
                  <a:gd name="T4" fmla="*/ 6 w 54"/>
                  <a:gd name="T5" fmla="*/ 3 h 40"/>
                  <a:gd name="T6" fmla="*/ 13 w 54"/>
                  <a:gd name="T7" fmla="*/ 8 h 40"/>
                  <a:gd name="T8" fmla="*/ 21 w 54"/>
                  <a:gd name="T9" fmla="*/ 12 h 40"/>
                  <a:gd name="T10" fmla="*/ 29 w 54"/>
                  <a:gd name="T11" fmla="*/ 15 h 40"/>
                  <a:gd name="T12" fmla="*/ 38 w 54"/>
                  <a:gd name="T13" fmla="*/ 17 h 40"/>
                  <a:gd name="T14" fmla="*/ 46 w 54"/>
                  <a:gd name="T15" fmla="*/ 18 h 40"/>
                  <a:gd name="T16" fmla="*/ 54 w 54"/>
                  <a:gd name="T17" fmla="*/ 16 h 40"/>
                  <a:gd name="T18" fmla="*/ 53 w 54"/>
                  <a:gd name="T19" fmla="*/ 25 h 40"/>
                  <a:gd name="T20" fmla="*/ 50 w 54"/>
                  <a:gd name="T21" fmla="*/ 33 h 40"/>
                  <a:gd name="T22" fmla="*/ 44 w 54"/>
                  <a:gd name="T23" fmla="*/ 38 h 40"/>
                  <a:gd name="T24" fmla="*/ 37 w 54"/>
                  <a:gd name="T25" fmla="*/ 40 h 40"/>
                  <a:gd name="T26" fmla="*/ 28 w 54"/>
                  <a:gd name="T27" fmla="*/ 39 h 40"/>
                  <a:gd name="T28" fmla="*/ 19 w 54"/>
                  <a:gd name="T29" fmla="*/ 32 h 40"/>
                  <a:gd name="T30" fmla="*/ 10 w 54"/>
                  <a:gd name="T31" fmla="*/ 20 h 40"/>
                  <a:gd name="T32" fmla="*/ 0 w 54"/>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45" name="Freeform 10">
                <a:extLst>
                  <a:ext uri="{FF2B5EF4-FFF2-40B4-BE49-F238E27FC236}">
                    <a16:creationId xmlns:a16="http://schemas.microsoft.com/office/drawing/2014/main" id="{3B0B5191-714C-4599-8B3F-667DC9D586C1}"/>
                  </a:ext>
                </a:extLst>
              </p:cNvPr>
              <p:cNvSpPr>
                <a:spLocks noChangeArrowheads="1"/>
              </p:cNvSpPr>
              <p:nvPr userDrawn="1"/>
            </p:nvSpPr>
            <p:spPr bwMode="auto">
              <a:xfrm rot="12185230" flipV="1">
                <a:off x="3010" y="2344"/>
                <a:ext cx="330" cy="2059"/>
              </a:xfrm>
              <a:custGeom>
                <a:avLst/>
                <a:gdLst>
                  <a:gd name="T0" fmla="*/ 0 w 149"/>
                  <a:gd name="T1" fmla="*/ 0 h 704"/>
                  <a:gd name="T2" fmla="*/ 6 w 149"/>
                  <a:gd name="T3" fmla="*/ 6 h 704"/>
                  <a:gd name="T4" fmla="*/ 16 w 149"/>
                  <a:gd name="T5" fmla="*/ 14 h 704"/>
                  <a:gd name="T6" fmla="*/ 28 w 149"/>
                  <a:gd name="T7" fmla="*/ 24 h 704"/>
                  <a:gd name="T8" fmla="*/ 41 w 149"/>
                  <a:gd name="T9" fmla="*/ 37 h 704"/>
                  <a:gd name="T10" fmla="*/ 58 w 149"/>
                  <a:gd name="T11" fmla="*/ 53 h 704"/>
                  <a:gd name="T12" fmla="*/ 73 w 149"/>
                  <a:gd name="T13" fmla="*/ 70 h 704"/>
                  <a:gd name="T14" fmla="*/ 88 w 149"/>
                  <a:gd name="T15" fmla="*/ 90 h 704"/>
                  <a:gd name="T16" fmla="*/ 100 w 149"/>
                  <a:gd name="T17" fmla="*/ 113 h 704"/>
                  <a:gd name="T18" fmla="*/ 112 w 149"/>
                  <a:gd name="T19" fmla="*/ 137 h 704"/>
                  <a:gd name="T20" fmla="*/ 120 w 149"/>
                  <a:gd name="T21" fmla="*/ 165 h 704"/>
                  <a:gd name="T22" fmla="*/ 124 w 149"/>
                  <a:gd name="T23" fmla="*/ 196 h 704"/>
                  <a:gd name="T24" fmla="*/ 126 w 149"/>
                  <a:gd name="T25" fmla="*/ 228 h 704"/>
                  <a:gd name="T26" fmla="*/ 120 w 149"/>
                  <a:gd name="T27" fmla="*/ 264 h 704"/>
                  <a:gd name="T28" fmla="*/ 109 w 149"/>
                  <a:gd name="T29" fmla="*/ 302 h 704"/>
                  <a:gd name="T30" fmla="*/ 92 w 149"/>
                  <a:gd name="T31" fmla="*/ 342 h 704"/>
                  <a:gd name="T32" fmla="*/ 67 w 149"/>
                  <a:gd name="T33" fmla="*/ 386 h 704"/>
                  <a:gd name="T34" fmla="*/ 39 w 149"/>
                  <a:gd name="T35" fmla="*/ 436 h 704"/>
                  <a:gd name="T36" fmla="*/ 21 w 149"/>
                  <a:gd name="T37" fmla="*/ 482 h 704"/>
                  <a:gd name="T38" fmla="*/ 10 w 149"/>
                  <a:gd name="T39" fmla="*/ 525 h 704"/>
                  <a:gd name="T40" fmla="*/ 6 w 149"/>
                  <a:gd name="T41" fmla="*/ 566 h 704"/>
                  <a:gd name="T42" fmla="*/ 6 w 149"/>
                  <a:gd name="T43" fmla="*/ 605 h 704"/>
                  <a:gd name="T44" fmla="*/ 8 w 149"/>
                  <a:gd name="T45" fmla="*/ 641 h 704"/>
                  <a:gd name="T46" fmla="*/ 12 w 149"/>
                  <a:gd name="T47" fmla="*/ 673 h 704"/>
                  <a:gd name="T48" fmla="*/ 14 w 149"/>
                  <a:gd name="T49" fmla="*/ 704 h 704"/>
                  <a:gd name="T50" fmla="*/ 41 w 149"/>
                  <a:gd name="T51" fmla="*/ 688 h 704"/>
                  <a:gd name="T52" fmla="*/ 39 w 149"/>
                  <a:gd name="T53" fmla="*/ 680 h 704"/>
                  <a:gd name="T54" fmla="*/ 36 w 149"/>
                  <a:gd name="T55" fmla="*/ 657 h 704"/>
                  <a:gd name="T56" fmla="*/ 33 w 149"/>
                  <a:gd name="T57" fmla="*/ 622 h 704"/>
                  <a:gd name="T58" fmla="*/ 35 w 149"/>
                  <a:gd name="T59" fmla="*/ 575 h 704"/>
                  <a:gd name="T60" fmla="*/ 41 w 149"/>
                  <a:gd name="T61" fmla="*/ 519 h 704"/>
                  <a:gd name="T62" fmla="*/ 58 w 149"/>
                  <a:gd name="T63" fmla="*/ 455 h 704"/>
                  <a:gd name="T64" fmla="*/ 86 w 149"/>
                  <a:gd name="T65" fmla="*/ 386 h 704"/>
                  <a:gd name="T66" fmla="*/ 129 w 149"/>
                  <a:gd name="T67" fmla="*/ 313 h 704"/>
                  <a:gd name="T68" fmla="*/ 143 w 149"/>
                  <a:gd name="T69" fmla="*/ 279 h 704"/>
                  <a:gd name="T70" fmla="*/ 149 w 149"/>
                  <a:gd name="T71" fmla="*/ 235 h 704"/>
                  <a:gd name="T72" fmla="*/ 144 w 149"/>
                  <a:gd name="T73" fmla="*/ 184 h 704"/>
                  <a:gd name="T74" fmla="*/ 131 w 149"/>
                  <a:gd name="T75" fmla="*/ 134 h 704"/>
                  <a:gd name="T76" fmla="*/ 109 w 149"/>
                  <a:gd name="T77" fmla="*/ 85 h 704"/>
                  <a:gd name="T78" fmla="*/ 81 w 149"/>
                  <a:gd name="T79" fmla="*/ 44 h 704"/>
                  <a:gd name="T80" fmla="*/ 44 w 149"/>
                  <a:gd name="T81" fmla="*/ 14 h 704"/>
                  <a:gd name="T82" fmla="*/ 0 w 149"/>
                  <a:gd name="T83" fmla="*/ 0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sp>
          <p:nvSpPr>
            <p:cNvPr id="6" name="Freeform 11">
              <a:extLst>
                <a:ext uri="{FF2B5EF4-FFF2-40B4-BE49-F238E27FC236}">
                  <a16:creationId xmlns:a16="http://schemas.microsoft.com/office/drawing/2014/main" id="{F8A9A32D-14A8-4915-B6D9-4A8125CC9784}"/>
                </a:ext>
              </a:extLst>
            </p:cNvPr>
            <p:cNvSpPr>
              <a:spLocks noChangeArrowheads="1"/>
            </p:cNvSpPr>
            <p:nvPr userDrawn="1"/>
          </p:nvSpPr>
          <p:spPr bwMode="auto">
            <a:xfrm rot="373331" flipH="1">
              <a:off x="22" y="1957"/>
              <a:ext cx="323" cy="649"/>
            </a:xfrm>
            <a:custGeom>
              <a:avLst/>
              <a:gdLst>
                <a:gd name="T0" fmla="*/ 94 w 128"/>
                <a:gd name="T1" fmla="*/ 0 h 217"/>
                <a:gd name="T2" fmla="*/ 105 w 128"/>
                <a:gd name="T3" fmla="*/ 9 h 217"/>
                <a:gd name="T4" fmla="*/ 115 w 128"/>
                <a:gd name="T5" fmla="*/ 27 h 217"/>
                <a:gd name="T6" fmla="*/ 123 w 128"/>
                <a:gd name="T7" fmla="*/ 50 h 217"/>
                <a:gd name="T8" fmla="*/ 128 w 128"/>
                <a:gd name="T9" fmla="*/ 78 h 217"/>
                <a:gd name="T10" fmla="*/ 127 w 128"/>
                <a:gd name="T11" fmla="*/ 111 h 217"/>
                <a:gd name="T12" fmla="*/ 116 w 128"/>
                <a:gd name="T13" fmla="*/ 145 h 217"/>
                <a:gd name="T14" fmla="*/ 94 w 128"/>
                <a:gd name="T15" fmla="*/ 181 h 217"/>
                <a:gd name="T16" fmla="*/ 60 w 128"/>
                <a:gd name="T17" fmla="*/ 217 h 217"/>
                <a:gd name="T18" fmla="*/ 49 w 128"/>
                <a:gd name="T19" fmla="*/ 213 h 217"/>
                <a:gd name="T20" fmla="*/ 38 w 128"/>
                <a:gd name="T21" fmla="*/ 210 h 217"/>
                <a:gd name="T22" fmla="*/ 26 w 128"/>
                <a:gd name="T23" fmla="*/ 205 h 217"/>
                <a:gd name="T24" fmla="*/ 16 w 128"/>
                <a:gd name="T25" fmla="*/ 201 h 217"/>
                <a:gd name="T26" fmla="*/ 8 w 128"/>
                <a:gd name="T27" fmla="*/ 196 h 217"/>
                <a:gd name="T28" fmla="*/ 2 w 128"/>
                <a:gd name="T29" fmla="*/ 190 h 217"/>
                <a:gd name="T30" fmla="*/ 0 w 128"/>
                <a:gd name="T31" fmla="*/ 183 h 217"/>
                <a:gd name="T32" fmla="*/ 1 w 128"/>
                <a:gd name="T33" fmla="*/ 178 h 217"/>
                <a:gd name="T34" fmla="*/ 13 w 128"/>
                <a:gd name="T35" fmla="*/ 171 h 217"/>
                <a:gd name="T36" fmla="*/ 29 w 128"/>
                <a:gd name="T37" fmla="*/ 161 h 217"/>
                <a:gd name="T38" fmla="*/ 46 w 128"/>
                <a:gd name="T39" fmla="*/ 150 h 217"/>
                <a:gd name="T40" fmla="*/ 63 w 128"/>
                <a:gd name="T41" fmla="*/ 134 h 217"/>
                <a:gd name="T42" fmla="*/ 79 w 128"/>
                <a:gd name="T43" fmla="*/ 112 h 217"/>
                <a:gd name="T44" fmla="*/ 91 w 128"/>
                <a:gd name="T45" fmla="*/ 83 h 217"/>
                <a:gd name="T46" fmla="*/ 97 w 128"/>
                <a:gd name="T47" fmla="*/ 46 h 217"/>
                <a:gd name="T48" fmla="*/ 94 w 128"/>
                <a:gd name="T49"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7" name="Freeform 12">
              <a:extLst>
                <a:ext uri="{FF2B5EF4-FFF2-40B4-BE49-F238E27FC236}">
                  <a16:creationId xmlns:a16="http://schemas.microsoft.com/office/drawing/2014/main" id="{4FF2EE3A-7CAE-4159-BC04-64E87F1F1A9F}"/>
                </a:ext>
              </a:extLst>
            </p:cNvPr>
            <p:cNvSpPr>
              <a:spLocks noChangeArrowheads="1"/>
            </p:cNvSpPr>
            <p:nvPr userDrawn="1"/>
          </p:nvSpPr>
          <p:spPr bwMode="auto">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8" name="Freeform 13">
              <a:extLst>
                <a:ext uri="{FF2B5EF4-FFF2-40B4-BE49-F238E27FC236}">
                  <a16:creationId xmlns:a16="http://schemas.microsoft.com/office/drawing/2014/main" id="{106CCAEA-3E81-455D-B851-7643A87B78D4}"/>
                </a:ext>
              </a:extLst>
            </p:cNvPr>
            <p:cNvSpPr>
              <a:spLocks noChangeArrowheads="1"/>
            </p:cNvSpPr>
            <p:nvPr userDrawn="1"/>
          </p:nvSpPr>
          <p:spPr bwMode="auto">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9" name="Freeform 14">
              <a:extLst>
                <a:ext uri="{FF2B5EF4-FFF2-40B4-BE49-F238E27FC236}">
                  <a16:creationId xmlns:a16="http://schemas.microsoft.com/office/drawing/2014/main" id="{42290B00-8D12-424F-8105-F451ABBD8A4E}"/>
                </a:ext>
              </a:extLst>
            </p:cNvPr>
            <p:cNvSpPr>
              <a:spLocks noChangeArrowheads="1"/>
            </p:cNvSpPr>
            <p:nvPr userDrawn="1"/>
          </p:nvSpPr>
          <p:spPr bwMode="auto">
            <a:xfrm rot="373331" flipH="1">
              <a:off x="898" y="2855"/>
              <a:ext cx="354" cy="464"/>
            </a:xfrm>
            <a:custGeom>
              <a:avLst/>
              <a:gdLst>
                <a:gd name="T0" fmla="*/ 75 w 117"/>
                <a:gd name="T1" fmla="*/ 0 h 132"/>
                <a:gd name="T2" fmla="*/ 0 w 117"/>
                <a:gd name="T3" fmla="*/ 25 h 132"/>
                <a:gd name="T4" fmla="*/ 3 w 117"/>
                <a:gd name="T5" fmla="*/ 26 h 132"/>
                <a:gd name="T6" fmla="*/ 14 w 117"/>
                <a:gd name="T7" fmla="*/ 29 h 132"/>
                <a:gd name="T8" fmla="*/ 29 w 117"/>
                <a:gd name="T9" fmla="*/ 36 h 132"/>
                <a:gd name="T10" fmla="*/ 46 w 117"/>
                <a:gd name="T11" fmla="*/ 47 h 132"/>
                <a:gd name="T12" fmla="*/ 66 w 117"/>
                <a:gd name="T13" fmla="*/ 62 h 132"/>
                <a:gd name="T14" fmla="*/ 84 w 117"/>
                <a:gd name="T15" fmla="*/ 80 h 132"/>
                <a:gd name="T16" fmla="*/ 102 w 117"/>
                <a:gd name="T17" fmla="*/ 103 h 132"/>
                <a:gd name="T18" fmla="*/ 116 w 117"/>
                <a:gd name="T19" fmla="*/ 132 h 132"/>
                <a:gd name="T20" fmla="*/ 117 w 117"/>
                <a:gd name="T21" fmla="*/ 120 h 132"/>
                <a:gd name="T22" fmla="*/ 115 w 117"/>
                <a:gd name="T23" fmla="*/ 107 h 132"/>
                <a:gd name="T24" fmla="*/ 108 w 117"/>
                <a:gd name="T25" fmla="*/ 90 h 132"/>
                <a:gd name="T26" fmla="*/ 99 w 117"/>
                <a:gd name="T27" fmla="*/ 74 h 132"/>
                <a:gd name="T28" fmla="*/ 89 w 117"/>
                <a:gd name="T29" fmla="*/ 58 h 132"/>
                <a:gd name="T30" fmla="*/ 78 w 117"/>
                <a:gd name="T31" fmla="*/ 45 h 132"/>
                <a:gd name="T32" fmla="*/ 67 w 117"/>
                <a:gd name="T33" fmla="*/ 36 h 132"/>
                <a:gd name="T34" fmla="*/ 58 w 117"/>
                <a:gd name="T35" fmla="*/ 32 h 132"/>
                <a:gd name="T36" fmla="*/ 69 w 117"/>
                <a:gd name="T37" fmla="*/ 29 h 132"/>
                <a:gd name="T38" fmla="*/ 79 w 117"/>
                <a:gd name="T39" fmla="*/ 28 h 132"/>
                <a:gd name="T40" fmla="*/ 89 w 117"/>
                <a:gd name="T41" fmla="*/ 26 h 132"/>
                <a:gd name="T42" fmla="*/ 98 w 117"/>
                <a:gd name="T43" fmla="*/ 25 h 132"/>
                <a:gd name="T44" fmla="*/ 105 w 117"/>
                <a:gd name="T45" fmla="*/ 24 h 132"/>
                <a:gd name="T46" fmla="*/ 109 w 117"/>
                <a:gd name="T47" fmla="*/ 22 h 132"/>
                <a:gd name="T48" fmla="*/ 113 w 117"/>
                <a:gd name="T49" fmla="*/ 21 h 132"/>
                <a:gd name="T50" fmla="*/ 114 w 117"/>
                <a:gd name="T51" fmla="*/ 21 h 132"/>
                <a:gd name="T52" fmla="*/ 75 w 117"/>
                <a:gd name="T53"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 name="Freeform 15">
              <a:extLst>
                <a:ext uri="{FF2B5EF4-FFF2-40B4-BE49-F238E27FC236}">
                  <a16:creationId xmlns:a16="http://schemas.microsoft.com/office/drawing/2014/main" id="{670F0D83-1753-4D52-BFCF-0B4CB773932C}"/>
                </a:ext>
              </a:extLst>
            </p:cNvPr>
            <p:cNvSpPr>
              <a:spLocks noChangeArrowheads="1"/>
            </p:cNvSpPr>
            <p:nvPr userDrawn="1"/>
          </p:nvSpPr>
          <p:spPr bwMode="auto">
            <a:xfrm rot="373331" flipH="1">
              <a:off x="799" y="2979"/>
              <a:ext cx="87" cy="274"/>
            </a:xfrm>
            <a:custGeom>
              <a:avLst/>
              <a:gdLst>
                <a:gd name="T0" fmla="*/ 29 w 29"/>
                <a:gd name="T1" fmla="*/ 0 h 77"/>
                <a:gd name="T2" fmla="*/ 23 w 29"/>
                <a:gd name="T3" fmla="*/ 0 h 77"/>
                <a:gd name="T4" fmla="*/ 16 w 29"/>
                <a:gd name="T5" fmla="*/ 4 h 77"/>
                <a:gd name="T6" fmla="*/ 9 w 29"/>
                <a:gd name="T7" fmla="*/ 9 h 77"/>
                <a:gd name="T8" fmla="*/ 4 w 29"/>
                <a:gd name="T9" fmla="*/ 19 h 77"/>
                <a:gd name="T10" fmla="*/ 1 w 29"/>
                <a:gd name="T11" fmla="*/ 30 h 77"/>
                <a:gd name="T12" fmla="*/ 0 w 29"/>
                <a:gd name="T13" fmla="*/ 44 h 77"/>
                <a:gd name="T14" fmla="*/ 3 w 29"/>
                <a:gd name="T15" fmla="*/ 60 h 77"/>
                <a:gd name="T16" fmla="*/ 11 w 29"/>
                <a:gd name="T17" fmla="*/ 77 h 77"/>
                <a:gd name="T18" fmla="*/ 15 w 29"/>
                <a:gd name="T19" fmla="*/ 53 h 77"/>
                <a:gd name="T20" fmla="*/ 19 w 29"/>
                <a:gd name="T21" fmla="*/ 37 h 77"/>
                <a:gd name="T22" fmla="*/ 23 w 29"/>
                <a:gd name="T23" fmla="*/ 22 h 77"/>
                <a:gd name="T24" fmla="*/ 29 w 29"/>
                <a:gd name="T25"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1" name="Freeform 16">
              <a:extLst>
                <a:ext uri="{FF2B5EF4-FFF2-40B4-BE49-F238E27FC236}">
                  <a16:creationId xmlns:a16="http://schemas.microsoft.com/office/drawing/2014/main" id="{83D6C123-359A-4C6A-9F10-27E553E7A014}"/>
                </a:ext>
              </a:extLst>
            </p:cNvPr>
            <p:cNvSpPr>
              <a:spLocks noChangeArrowheads="1"/>
            </p:cNvSpPr>
            <p:nvPr userDrawn="1"/>
          </p:nvSpPr>
          <p:spPr bwMode="auto">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nvGrpSpPr>
            <p:cNvPr id="12" name="Group 17">
              <a:extLst>
                <a:ext uri="{FF2B5EF4-FFF2-40B4-BE49-F238E27FC236}">
                  <a16:creationId xmlns:a16="http://schemas.microsoft.com/office/drawing/2014/main" id="{54CADC8F-20C6-40B1-A615-73ABBEBC5457}"/>
                </a:ext>
              </a:extLst>
            </p:cNvPr>
            <p:cNvGrpSpPr>
              <a:grpSpLocks/>
            </p:cNvGrpSpPr>
            <p:nvPr userDrawn="1"/>
          </p:nvGrpSpPr>
          <p:grpSpPr bwMode="auto">
            <a:xfrm rot="3220060">
              <a:off x="2635" y="750"/>
              <a:ext cx="569" cy="636"/>
              <a:chOff x="1727" y="866"/>
              <a:chExt cx="129" cy="157"/>
            </a:xfrm>
          </p:grpSpPr>
          <p:sp>
            <p:nvSpPr>
              <p:cNvPr id="36" name="Freeform 18">
                <a:extLst>
                  <a:ext uri="{FF2B5EF4-FFF2-40B4-BE49-F238E27FC236}">
                    <a16:creationId xmlns:a16="http://schemas.microsoft.com/office/drawing/2014/main" id="{7F62BDE4-4871-4C21-BBAB-023EE5A0A99D}"/>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37" name="Freeform 19">
                <a:extLst>
                  <a:ext uri="{FF2B5EF4-FFF2-40B4-BE49-F238E27FC236}">
                    <a16:creationId xmlns:a16="http://schemas.microsoft.com/office/drawing/2014/main" id="{AD52EF29-AC95-4D40-B21A-A78E662C5446}"/>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38" name="Freeform 20">
                <a:extLst>
                  <a:ext uri="{FF2B5EF4-FFF2-40B4-BE49-F238E27FC236}">
                    <a16:creationId xmlns:a16="http://schemas.microsoft.com/office/drawing/2014/main" id="{CFFB3589-11A6-4D18-81E8-227AA5F9B8B7}"/>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nvGrpSpPr>
            <p:cNvPr id="13" name="Group 21">
              <a:extLst>
                <a:ext uri="{FF2B5EF4-FFF2-40B4-BE49-F238E27FC236}">
                  <a16:creationId xmlns:a16="http://schemas.microsoft.com/office/drawing/2014/main" id="{85D5B0C3-1899-4F57-AC05-7CD90C5AC6C7}"/>
                </a:ext>
              </a:extLst>
            </p:cNvPr>
            <p:cNvGrpSpPr>
              <a:grpSpLocks/>
            </p:cNvGrpSpPr>
            <p:nvPr userDrawn="1"/>
          </p:nvGrpSpPr>
          <p:grpSpPr bwMode="auto">
            <a:xfrm rot="-6691250">
              <a:off x="3643" y="129"/>
              <a:ext cx="356" cy="608"/>
              <a:chOff x="1727" y="866"/>
              <a:chExt cx="129" cy="157"/>
            </a:xfrm>
          </p:grpSpPr>
          <p:sp>
            <p:nvSpPr>
              <p:cNvPr id="33" name="Freeform 22">
                <a:extLst>
                  <a:ext uri="{FF2B5EF4-FFF2-40B4-BE49-F238E27FC236}">
                    <a16:creationId xmlns:a16="http://schemas.microsoft.com/office/drawing/2014/main" id="{A276F340-650F-4EFB-A3C7-51B0D51D0479}"/>
                  </a:ext>
                </a:extLst>
              </p:cNvPr>
              <p:cNvSpPr>
                <a:spLocks noChangeArrowheads="1"/>
              </p:cNvSpPr>
              <p:nvPr userDrawn="1"/>
            </p:nvSpPr>
            <p:spPr bwMode="auto">
              <a:xfrm>
                <a:off x="1728"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34" name="Freeform 23">
                <a:extLst>
                  <a:ext uri="{FF2B5EF4-FFF2-40B4-BE49-F238E27FC236}">
                    <a16:creationId xmlns:a16="http://schemas.microsoft.com/office/drawing/2014/main" id="{115FCFFB-4369-4126-8CD7-3FA757993EF6}"/>
                  </a:ext>
                </a:extLst>
              </p:cNvPr>
              <p:cNvSpPr>
                <a:spLocks noChangeArrowheads="1"/>
              </p:cNvSpPr>
              <p:nvPr userDrawn="1"/>
            </p:nvSpPr>
            <p:spPr bwMode="auto">
              <a:xfrm>
                <a:off x="1787"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35" name="Freeform 24">
                <a:extLst>
                  <a:ext uri="{FF2B5EF4-FFF2-40B4-BE49-F238E27FC236}">
                    <a16:creationId xmlns:a16="http://schemas.microsoft.com/office/drawing/2014/main" id="{E8423086-F583-4D3B-857B-1900E08FBDCC}"/>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nvGrpSpPr>
            <p:cNvPr id="14" name="Group 25">
              <a:extLst>
                <a:ext uri="{FF2B5EF4-FFF2-40B4-BE49-F238E27FC236}">
                  <a16:creationId xmlns:a16="http://schemas.microsoft.com/office/drawing/2014/main" id="{8FAC24AC-D0D4-42B6-806C-EBC8072C41F0}"/>
                </a:ext>
              </a:extLst>
            </p:cNvPr>
            <p:cNvGrpSpPr>
              <a:grpSpLocks/>
            </p:cNvGrpSpPr>
            <p:nvPr userDrawn="1"/>
          </p:nvGrpSpPr>
          <p:grpSpPr bwMode="auto">
            <a:xfrm rot="8524840">
              <a:off x="673" y="3302"/>
              <a:ext cx="500" cy="504"/>
              <a:chOff x="1727" y="866"/>
              <a:chExt cx="129" cy="157"/>
            </a:xfrm>
          </p:grpSpPr>
          <p:sp>
            <p:nvSpPr>
              <p:cNvPr id="30" name="Freeform 26">
                <a:extLst>
                  <a:ext uri="{FF2B5EF4-FFF2-40B4-BE49-F238E27FC236}">
                    <a16:creationId xmlns:a16="http://schemas.microsoft.com/office/drawing/2014/main" id="{EA767D60-1E13-43F9-9946-FCCB1D0731AF}"/>
                  </a:ext>
                </a:extLst>
              </p:cNvPr>
              <p:cNvSpPr>
                <a:spLocks noChangeArrowheads="1"/>
              </p:cNvSpPr>
              <p:nvPr userDrawn="1"/>
            </p:nvSpPr>
            <p:spPr bwMode="auto">
              <a:xfrm>
                <a:off x="1727" y="867"/>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31" name="Freeform 27">
                <a:extLst>
                  <a:ext uri="{FF2B5EF4-FFF2-40B4-BE49-F238E27FC236}">
                    <a16:creationId xmlns:a16="http://schemas.microsoft.com/office/drawing/2014/main" id="{D92A3944-DEDC-46BA-A0F2-99ACEC31B5D2}"/>
                  </a:ext>
                </a:extLst>
              </p:cNvPr>
              <p:cNvSpPr>
                <a:spLocks noChangeArrowheads="1"/>
              </p:cNvSpPr>
              <p:nvPr userDrawn="1"/>
            </p:nvSpPr>
            <p:spPr bwMode="auto">
              <a:xfrm>
                <a:off x="1786" y="895"/>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32" name="Freeform 28">
                <a:extLst>
                  <a:ext uri="{FF2B5EF4-FFF2-40B4-BE49-F238E27FC236}">
                    <a16:creationId xmlns:a16="http://schemas.microsoft.com/office/drawing/2014/main" id="{E28DAB6B-D82E-4622-8F1F-E25F3213BCB2}"/>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nvGrpSpPr>
            <p:cNvPr id="15" name="Group 29">
              <a:extLst>
                <a:ext uri="{FF2B5EF4-FFF2-40B4-BE49-F238E27FC236}">
                  <a16:creationId xmlns:a16="http://schemas.microsoft.com/office/drawing/2014/main" id="{821D9FD6-5AC9-4404-88E9-4A2DC42B3523}"/>
                </a:ext>
              </a:extLst>
            </p:cNvPr>
            <p:cNvGrpSpPr>
              <a:grpSpLocks/>
            </p:cNvGrpSpPr>
            <p:nvPr userDrawn="1"/>
          </p:nvGrpSpPr>
          <p:grpSpPr bwMode="auto">
            <a:xfrm rot="4106450" flipH="1">
              <a:off x="403" y="271"/>
              <a:ext cx="708" cy="891"/>
              <a:chOff x="1727" y="866"/>
              <a:chExt cx="129" cy="157"/>
            </a:xfrm>
          </p:grpSpPr>
          <p:sp>
            <p:nvSpPr>
              <p:cNvPr id="27" name="Freeform 30">
                <a:extLst>
                  <a:ext uri="{FF2B5EF4-FFF2-40B4-BE49-F238E27FC236}">
                    <a16:creationId xmlns:a16="http://schemas.microsoft.com/office/drawing/2014/main" id="{17E5D520-0A8B-4BAC-BFF1-82BA559A7ADC}"/>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8" name="Freeform 31">
                <a:extLst>
                  <a:ext uri="{FF2B5EF4-FFF2-40B4-BE49-F238E27FC236}">
                    <a16:creationId xmlns:a16="http://schemas.microsoft.com/office/drawing/2014/main" id="{A93242F2-2805-48B0-A816-F4FE0279E527}"/>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9" name="Freeform 32">
                <a:extLst>
                  <a:ext uri="{FF2B5EF4-FFF2-40B4-BE49-F238E27FC236}">
                    <a16:creationId xmlns:a16="http://schemas.microsoft.com/office/drawing/2014/main" id="{B18C18DE-1FB4-4652-A18A-7D71B130B2A4}"/>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nvGrpSpPr>
            <p:cNvPr id="16" name="Group 33">
              <a:extLst>
                <a:ext uri="{FF2B5EF4-FFF2-40B4-BE49-F238E27FC236}">
                  <a16:creationId xmlns:a16="http://schemas.microsoft.com/office/drawing/2014/main" id="{1ADBA7F5-225B-438D-80F6-D257AEDAB881}"/>
                </a:ext>
              </a:extLst>
            </p:cNvPr>
            <p:cNvGrpSpPr>
              <a:grpSpLocks/>
            </p:cNvGrpSpPr>
            <p:nvPr userDrawn="1"/>
          </p:nvGrpSpPr>
          <p:grpSpPr bwMode="auto">
            <a:xfrm rot="10015322" flipH="1">
              <a:off x="4614" y="2392"/>
              <a:ext cx="708" cy="891"/>
              <a:chOff x="1727" y="866"/>
              <a:chExt cx="129" cy="157"/>
            </a:xfrm>
          </p:grpSpPr>
          <p:sp>
            <p:nvSpPr>
              <p:cNvPr id="24" name="Freeform 34">
                <a:extLst>
                  <a:ext uri="{FF2B5EF4-FFF2-40B4-BE49-F238E27FC236}">
                    <a16:creationId xmlns:a16="http://schemas.microsoft.com/office/drawing/2014/main" id="{6DAA3D08-EC66-4A52-96BA-DCC260300AAF}"/>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5" name="Freeform 35">
                <a:extLst>
                  <a:ext uri="{FF2B5EF4-FFF2-40B4-BE49-F238E27FC236}">
                    <a16:creationId xmlns:a16="http://schemas.microsoft.com/office/drawing/2014/main" id="{364F7303-C3AB-4433-9D0E-0E120CCBDA8C}"/>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6" name="Freeform 36">
                <a:extLst>
                  <a:ext uri="{FF2B5EF4-FFF2-40B4-BE49-F238E27FC236}">
                    <a16:creationId xmlns:a16="http://schemas.microsoft.com/office/drawing/2014/main" id="{406EDEF8-2F19-4A9C-AD7E-D818CE41DD7A}"/>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sp>
          <p:nvSpPr>
            <p:cNvPr id="17" name="Freeform 37">
              <a:extLst>
                <a:ext uri="{FF2B5EF4-FFF2-40B4-BE49-F238E27FC236}">
                  <a16:creationId xmlns:a16="http://schemas.microsoft.com/office/drawing/2014/main" id="{3FE50183-112F-484A-A9F1-E528712997CD}"/>
                </a:ext>
              </a:extLst>
            </p:cNvPr>
            <p:cNvSpPr>
              <a:spLocks noChangeArrowheads="1"/>
            </p:cNvSpPr>
            <p:nvPr userDrawn="1"/>
          </p:nvSpPr>
          <p:spPr bwMode="auto">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8" name="Freeform 38">
              <a:extLst>
                <a:ext uri="{FF2B5EF4-FFF2-40B4-BE49-F238E27FC236}">
                  <a16:creationId xmlns:a16="http://schemas.microsoft.com/office/drawing/2014/main" id="{336192B2-49F5-4697-A08A-D327DF7997CE}"/>
                </a:ext>
              </a:extLst>
            </p:cNvPr>
            <p:cNvSpPr>
              <a:spLocks noChangeArrowheads="1"/>
            </p:cNvSpPr>
            <p:nvPr userDrawn="1"/>
          </p:nvSpPr>
          <p:spPr bwMode="auto">
            <a:xfrm rot="9832527" flipV="1">
              <a:off x="2158" y="102"/>
              <a:ext cx="681" cy="593"/>
            </a:xfrm>
            <a:custGeom>
              <a:avLst/>
              <a:gdLst>
                <a:gd name="T0" fmla="*/ 0 w 257"/>
                <a:gd name="T1" fmla="*/ 0 h 237"/>
                <a:gd name="T2" fmla="*/ 0 w 257"/>
                <a:gd name="T3" fmla="*/ 25 h 237"/>
                <a:gd name="T4" fmla="*/ 3 w 257"/>
                <a:gd name="T5" fmla="*/ 50 h 237"/>
                <a:gd name="T6" fmla="*/ 6 w 257"/>
                <a:gd name="T7" fmla="*/ 75 h 237"/>
                <a:gd name="T8" fmla="*/ 11 w 257"/>
                <a:gd name="T9" fmla="*/ 98 h 237"/>
                <a:gd name="T10" fmla="*/ 18 w 257"/>
                <a:gd name="T11" fmla="*/ 119 h 237"/>
                <a:gd name="T12" fmla="*/ 27 w 257"/>
                <a:gd name="T13" fmla="*/ 141 h 237"/>
                <a:gd name="T14" fmla="*/ 38 w 257"/>
                <a:gd name="T15" fmla="*/ 161 h 237"/>
                <a:gd name="T16" fmla="*/ 51 w 257"/>
                <a:gd name="T17" fmla="*/ 178 h 237"/>
                <a:gd name="T18" fmla="*/ 67 w 257"/>
                <a:gd name="T19" fmla="*/ 194 h 237"/>
                <a:gd name="T20" fmla="*/ 86 w 257"/>
                <a:gd name="T21" fmla="*/ 208 h 237"/>
                <a:gd name="T22" fmla="*/ 106 w 257"/>
                <a:gd name="T23" fmla="*/ 219 h 237"/>
                <a:gd name="T24" fmla="*/ 131 w 257"/>
                <a:gd name="T25" fmla="*/ 228 h 237"/>
                <a:gd name="T26" fmla="*/ 158 w 257"/>
                <a:gd name="T27" fmla="*/ 234 h 237"/>
                <a:gd name="T28" fmla="*/ 188 w 257"/>
                <a:gd name="T29" fmla="*/ 237 h 237"/>
                <a:gd name="T30" fmla="*/ 220 w 257"/>
                <a:gd name="T31" fmla="*/ 236 h 237"/>
                <a:gd name="T32" fmla="*/ 257 w 257"/>
                <a:gd name="T33" fmla="*/ 232 h 237"/>
                <a:gd name="T34" fmla="*/ 224 w 257"/>
                <a:gd name="T35" fmla="*/ 227 h 237"/>
                <a:gd name="T36" fmla="*/ 195 w 257"/>
                <a:gd name="T37" fmla="*/ 220 h 237"/>
                <a:gd name="T38" fmla="*/ 170 w 257"/>
                <a:gd name="T39" fmla="*/ 212 h 237"/>
                <a:gd name="T40" fmla="*/ 148 w 257"/>
                <a:gd name="T41" fmla="*/ 204 h 237"/>
                <a:gd name="T42" fmla="*/ 128 w 257"/>
                <a:gd name="T43" fmla="*/ 193 h 237"/>
                <a:gd name="T44" fmla="*/ 112 w 257"/>
                <a:gd name="T45" fmla="*/ 182 h 237"/>
                <a:gd name="T46" fmla="*/ 97 w 257"/>
                <a:gd name="T47" fmla="*/ 169 h 237"/>
                <a:gd name="T48" fmla="*/ 84 w 257"/>
                <a:gd name="T49" fmla="*/ 155 h 237"/>
                <a:gd name="T50" fmla="*/ 72 w 257"/>
                <a:gd name="T51" fmla="*/ 141 h 237"/>
                <a:gd name="T52" fmla="*/ 61 w 257"/>
                <a:gd name="T53" fmla="*/ 125 h 237"/>
                <a:gd name="T54" fmla="*/ 52 w 257"/>
                <a:gd name="T55" fmla="*/ 107 h 237"/>
                <a:gd name="T56" fmla="*/ 43 w 257"/>
                <a:gd name="T57" fmla="*/ 88 h 237"/>
                <a:gd name="T58" fmla="*/ 33 w 257"/>
                <a:gd name="T59" fmla="*/ 69 h 237"/>
                <a:gd name="T60" fmla="*/ 23 w 257"/>
                <a:gd name="T61" fmla="*/ 47 h 237"/>
                <a:gd name="T62" fmla="*/ 12 w 257"/>
                <a:gd name="T63" fmla="*/ 24 h 237"/>
                <a:gd name="T64" fmla="*/ 0 w 257"/>
                <a:gd name="T65"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9" name="Freeform 39">
              <a:extLst>
                <a:ext uri="{FF2B5EF4-FFF2-40B4-BE49-F238E27FC236}">
                  <a16:creationId xmlns:a16="http://schemas.microsoft.com/office/drawing/2014/main" id="{A6E221D0-8A44-40F3-9A54-46644F2BA273}"/>
                </a:ext>
              </a:extLst>
            </p:cNvPr>
            <p:cNvSpPr>
              <a:spLocks noChangeArrowheads="1"/>
            </p:cNvSpPr>
            <p:nvPr userDrawn="1"/>
          </p:nvSpPr>
          <p:spPr bwMode="auto">
            <a:xfrm rot="9832527" flipV="1">
              <a:off x="1997" y="858"/>
              <a:ext cx="330" cy="278"/>
            </a:xfrm>
            <a:custGeom>
              <a:avLst/>
              <a:gdLst>
                <a:gd name="T0" fmla="*/ 77 w 124"/>
                <a:gd name="T1" fmla="*/ 0 h 110"/>
                <a:gd name="T2" fmla="*/ 124 w 124"/>
                <a:gd name="T3" fmla="*/ 108 h 110"/>
                <a:gd name="T4" fmla="*/ 120 w 124"/>
                <a:gd name="T5" fmla="*/ 107 h 110"/>
                <a:gd name="T6" fmla="*/ 107 w 124"/>
                <a:gd name="T7" fmla="*/ 105 h 110"/>
                <a:gd name="T8" fmla="*/ 89 w 124"/>
                <a:gd name="T9" fmla="*/ 101 h 110"/>
                <a:gd name="T10" fmla="*/ 68 w 124"/>
                <a:gd name="T11" fmla="*/ 99 h 110"/>
                <a:gd name="T12" fmla="*/ 45 w 124"/>
                <a:gd name="T13" fmla="*/ 97 h 110"/>
                <a:gd name="T14" fmla="*/ 25 w 124"/>
                <a:gd name="T15" fmla="*/ 98 h 110"/>
                <a:gd name="T16" fmla="*/ 9 w 124"/>
                <a:gd name="T17" fmla="*/ 102 h 110"/>
                <a:gd name="T18" fmla="*/ 0 w 124"/>
                <a:gd name="T19" fmla="*/ 110 h 110"/>
                <a:gd name="T20" fmla="*/ 4 w 124"/>
                <a:gd name="T21" fmla="*/ 98 h 110"/>
                <a:gd name="T22" fmla="*/ 8 w 124"/>
                <a:gd name="T23" fmla="*/ 89 h 110"/>
                <a:gd name="T24" fmla="*/ 16 w 124"/>
                <a:gd name="T25" fmla="*/ 82 h 110"/>
                <a:gd name="T26" fmla="*/ 25 w 124"/>
                <a:gd name="T27" fmla="*/ 76 h 110"/>
                <a:gd name="T28" fmla="*/ 36 w 124"/>
                <a:gd name="T29" fmla="*/ 72 h 110"/>
                <a:gd name="T30" fmla="*/ 47 w 124"/>
                <a:gd name="T31" fmla="*/ 71 h 110"/>
                <a:gd name="T32" fmla="*/ 59 w 124"/>
                <a:gd name="T33" fmla="*/ 71 h 110"/>
                <a:gd name="T34" fmla="*/ 72 w 124"/>
                <a:gd name="T35" fmla="*/ 74 h 110"/>
                <a:gd name="T36" fmla="*/ 73 w 124"/>
                <a:gd name="T37" fmla="*/ 71 h 110"/>
                <a:gd name="T38" fmla="*/ 70 w 124"/>
                <a:gd name="T39" fmla="*/ 56 h 110"/>
                <a:gd name="T40" fmla="*/ 67 w 124"/>
                <a:gd name="T41" fmla="*/ 38 h 110"/>
                <a:gd name="T42" fmla="*/ 65 w 124"/>
                <a:gd name="T43" fmla="*/ 30 h 110"/>
                <a:gd name="T44" fmla="*/ 63 w 124"/>
                <a:gd name="T45" fmla="*/ 30 h 110"/>
                <a:gd name="T46" fmla="*/ 61 w 124"/>
                <a:gd name="T47" fmla="*/ 29 h 110"/>
                <a:gd name="T48" fmla="*/ 59 w 124"/>
                <a:gd name="T49" fmla="*/ 26 h 110"/>
                <a:gd name="T50" fmla="*/ 57 w 124"/>
                <a:gd name="T51" fmla="*/ 23 h 110"/>
                <a:gd name="T52" fmla="*/ 57 w 124"/>
                <a:gd name="T53" fmla="*/ 19 h 110"/>
                <a:gd name="T54" fmla="*/ 59 w 124"/>
                <a:gd name="T55" fmla="*/ 14 h 110"/>
                <a:gd name="T56" fmla="*/ 66 w 124"/>
                <a:gd name="T57" fmla="*/ 8 h 110"/>
                <a:gd name="T58" fmla="*/ 77 w 124"/>
                <a:gd name="T5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0" name="Freeform 40">
              <a:extLst>
                <a:ext uri="{FF2B5EF4-FFF2-40B4-BE49-F238E27FC236}">
                  <a16:creationId xmlns:a16="http://schemas.microsoft.com/office/drawing/2014/main" id="{2804B48A-8DFA-45F7-8072-4AACB7A8064A}"/>
                </a:ext>
              </a:extLst>
            </p:cNvPr>
            <p:cNvSpPr>
              <a:spLocks noChangeArrowheads="1"/>
            </p:cNvSpPr>
            <p:nvPr userDrawn="1"/>
          </p:nvSpPr>
          <p:spPr bwMode="auto">
            <a:xfrm rot="9832527" flipV="1">
              <a:off x="2224" y="808"/>
              <a:ext cx="123" cy="233"/>
            </a:xfrm>
            <a:custGeom>
              <a:avLst/>
              <a:gdLst>
                <a:gd name="T0" fmla="*/ 31 w 46"/>
                <a:gd name="T1" fmla="*/ 0 h 94"/>
                <a:gd name="T2" fmla="*/ 20 w 46"/>
                <a:gd name="T3" fmla="*/ 38 h 94"/>
                <a:gd name="T4" fmla="*/ 15 w 46"/>
                <a:gd name="T5" fmla="*/ 62 h 94"/>
                <a:gd name="T6" fmla="*/ 11 w 46"/>
                <a:gd name="T7" fmla="*/ 79 h 94"/>
                <a:gd name="T8" fmla="*/ 0 w 46"/>
                <a:gd name="T9" fmla="*/ 94 h 94"/>
                <a:gd name="T10" fmla="*/ 12 w 46"/>
                <a:gd name="T11" fmla="*/ 88 h 94"/>
                <a:gd name="T12" fmla="*/ 23 w 46"/>
                <a:gd name="T13" fmla="*/ 80 h 94"/>
                <a:gd name="T14" fmla="*/ 32 w 46"/>
                <a:gd name="T15" fmla="*/ 69 h 94"/>
                <a:gd name="T16" fmla="*/ 40 w 46"/>
                <a:gd name="T17" fmla="*/ 57 h 94"/>
                <a:gd name="T18" fmla="*/ 45 w 46"/>
                <a:gd name="T19" fmla="*/ 44 h 94"/>
                <a:gd name="T20" fmla="*/ 46 w 46"/>
                <a:gd name="T21" fmla="*/ 30 h 94"/>
                <a:gd name="T22" fmla="*/ 42 w 46"/>
                <a:gd name="T23" fmla="*/ 15 h 94"/>
                <a:gd name="T24" fmla="*/ 31 w 46"/>
                <a:gd name="T2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1" name="Freeform 41">
              <a:extLst>
                <a:ext uri="{FF2B5EF4-FFF2-40B4-BE49-F238E27FC236}">
                  <a16:creationId xmlns:a16="http://schemas.microsoft.com/office/drawing/2014/main" id="{14E6ABB2-2333-45DF-B45D-4CE7443AE263}"/>
                </a:ext>
              </a:extLst>
            </p:cNvPr>
            <p:cNvSpPr>
              <a:spLocks noChangeArrowheads="1"/>
            </p:cNvSpPr>
            <p:nvPr userDrawn="1"/>
          </p:nvSpPr>
          <p:spPr bwMode="auto">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2" name="Freeform 42">
              <a:extLst>
                <a:ext uri="{FF2B5EF4-FFF2-40B4-BE49-F238E27FC236}">
                  <a16:creationId xmlns:a16="http://schemas.microsoft.com/office/drawing/2014/main" id="{B3C04AF9-8C48-4462-B2CB-EE2D327785F8}"/>
                </a:ext>
              </a:extLst>
            </p:cNvPr>
            <p:cNvSpPr>
              <a:spLocks noChangeArrowheads="1"/>
            </p:cNvSpPr>
            <p:nvPr userDrawn="1"/>
          </p:nvSpPr>
          <p:spPr bwMode="auto">
            <a:xfrm rot="9832527" flipV="1">
              <a:off x="2173" y="1238"/>
              <a:ext cx="393" cy="2300"/>
            </a:xfrm>
            <a:custGeom>
              <a:avLst/>
              <a:gdLst>
                <a:gd name="T0" fmla="*/ 0 w 149"/>
                <a:gd name="T1" fmla="*/ 0 h 704"/>
                <a:gd name="T2" fmla="*/ 6 w 149"/>
                <a:gd name="T3" fmla="*/ 6 h 704"/>
                <a:gd name="T4" fmla="*/ 16 w 149"/>
                <a:gd name="T5" fmla="*/ 14 h 704"/>
                <a:gd name="T6" fmla="*/ 28 w 149"/>
                <a:gd name="T7" fmla="*/ 24 h 704"/>
                <a:gd name="T8" fmla="*/ 41 w 149"/>
                <a:gd name="T9" fmla="*/ 37 h 704"/>
                <a:gd name="T10" fmla="*/ 58 w 149"/>
                <a:gd name="T11" fmla="*/ 53 h 704"/>
                <a:gd name="T12" fmla="*/ 73 w 149"/>
                <a:gd name="T13" fmla="*/ 70 h 704"/>
                <a:gd name="T14" fmla="*/ 88 w 149"/>
                <a:gd name="T15" fmla="*/ 90 h 704"/>
                <a:gd name="T16" fmla="*/ 100 w 149"/>
                <a:gd name="T17" fmla="*/ 113 h 704"/>
                <a:gd name="T18" fmla="*/ 112 w 149"/>
                <a:gd name="T19" fmla="*/ 137 h 704"/>
                <a:gd name="T20" fmla="*/ 120 w 149"/>
                <a:gd name="T21" fmla="*/ 165 h 704"/>
                <a:gd name="T22" fmla="*/ 124 w 149"/>
                <a:gd name="T23" fmla="*/ 196 h 704"/>
                <a:gd name="T24" fmla="*/ 126 w 149"/>
                <a:gd name="T25" fmla="*/ 228 h 704"/>
                <a:gd name="T26" fmla="*/ 120 w 149"/>
                <a:gd name="T27" fmla="*/ 264 h 704"/>
                <a:gd name="T28" fmla="*/ 109 w 149"/>
                <a:gd name="T29" fmla="*/ 302 h 704"/>
                <a:gd name="T30" fmla="*/ 92 w 149"/>
                <a:gd name="T31" fmla="*/ 342 h 704"/>
                <a:gd name="T32" fmla="*/ 67 w 149"/>
                <a:gd name="T33" fmla="*/ 386 h 704"/>
                <a:gd name="T34" fmla="*/ 39 w 149"/>
                <a:gd name="T35" fmla="*/ 436 h 704"/>
                <a:gd name="T36" fmla="*/ 21 w 149"/>
                <a:gd name="T37" fmla="*/ 482 h 704"/>
                <a:gd name="T38" fmla="*/ 10 w 149"/>
                <a:gd name="T39" fmla="*/ 525 h 704"/>
                <a:gd name="T40" fmla="*/ 6 w 149"/>
                <a:gd name="T41" fmla="*/ 566 h 704"/>
                <a:gd name="T42" fmla="*/ 6 w 149"/>
                <a:gd name="T43" fmla="*/ 605 h 704"/>
                <a:gd name="T44" fmla="*/ 8 w 149"/>
                <a:gd name="T45" fmla="*/ 641 h 704"/>
                <a:gd name="T46" fmla="*/ 12 w 149"/>
                <a:gd name="T47" fmla="*/ 673 h 704"/>
                <a:gd name="T48" fmla="*/ 14 w 149"/>
                <a:gd name="T49" fmla="*/ 704 h 704"/>
                <a:gd name="T50" fmla="*/ 41 w 149"/>
                <a:gd name="T51" fmla="*/ 688 h 704"/>
                <a:gd name="T52" fmla="*/ 39 w 149"/>
                <a:gd name="T53" fmla="*/ 680 h 704"/>
                <a:gd name="T54" fmla="*/ 36 w 149"/>
                <a:gd name="T55" fmla="*/ 657 h 704"/>
                <a:gd name="T56" fmla="*/ 33 w 149"/>
                <a:gd name="T57" fmla="*/ 622 h 704"/>
                <a:gd name="T58" fmla="*/ 35 w 149"/>
                <a:gd name="T59" fmla="*/ 575 h 704"/>
                <a:gd name="T60" fmla="*/ 41 w 149"/>
                <a:gd name="T61" fmla="*/ 519 h 704"/>
                <a:gd name="T62" fmla="*/ 58 w 149"/>
                <a:gd name="T63" fmla="*/ 455 h 704"/>
                <a:gd name="T64" fmla="*/ 86 w 149"/>
                <a:gd name="T65" fmla="*/ 386 h 704"/>
                <a:gd name="T66" fmla="*/ 129 w 149"/>
                <a:gd name="T67" fmla="*/ 313 h 704"/>
                <a:gd name="T68" fmla="*/ 143 w 149"/>
                <a:gd name="T69" fmla="*/ 279 h 704"/>
                <a:gd name="T70" fmla="*/ 149 w 149"/>
                <a:gd name="T71" fmla="*/ 235 h 704"/>
                <a:gd name="T72" fmla="*/ 144 w 149"/>
                <a:gd name="T73" fmla="*/ 184 h 704"/>
                <a:gd name="T74" fmla="*/ 131 w 149"/>
                <a:gd name="T75" fmla="*/ 134 h 704"/>
                <a:gd name="T76" fmla="*/ 109 w 149"/>
                <a:gd name="T77" fmla="*/ 85 h 704"/>
                <a:gd name="T78" fmla="*/ 81 w 149"/>
                <a:gd name="T79" fmla="*/ 44 h 704"/>
                <a:gd name="T80" fmla="*/ 44 w 149"/>
                <a:gd name="T81" fmla="*/ 14 h 704"/>
                <a:gd name="T82" fmla="*/ 0 w 149"/>
                <a:gd name="T83" fmla="*/ 0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23" name="Freeform 43">
              <a:extLst>
                <a:ext uri="{FF2B5EF4-FFF2-40B4-BE49-F238E27FC236}">
                  <a16:creationId xmlns:a16="http://schemas.microsoft.com/office/drawing/2014/main" id="{2E348017-1C91-4612-96A4-AD20081C6241}"/>
                </a:ext>
              </a:extLst>
            </p:cNvPr>
            <p:cNvSpPr>
              <a:spLocks noChangeArrowheads="1"/>
            </p:cNvSpPr>
            <p:nvPr userDrawn="1"/>
          </p:nvSpPr>
          <p:spPr bwMode="auto">
            <a:xfrm>
              <a:off x="0" y="1848"/>
              <a:ext cx="36" cy="132"/>
            </a:xfrm>
            <a:custGeom>
              <a:avLst/>
              <a:gdLst>
                <a:gd name="T0" fmla="*/ 0 w 36"/>
                <a:gd name="T1" fmla="*/ 0 h 132"/>
                <a:gd name="T2" fmla="*/ 36 w 36"/>
                <a:gd name="T3" fmla="*/ 12 h 132"/>
                <a:gd name="T4" fmla="*/ 0 w 36"/>
                <a:gd name="T5" fmla="*/ 132 h 132"/>
                <a:gd name="T6" fmla="*/ 0 w 36"/>
                <a:gd name="T7" fmla="*/ 0 h 132"/>
              </a:gdLst>
              <a:ahLst/>
              <a:cxnLst>
                <a:cxn ang="0">
                  <a:pos x="T0" y="T1"/>
                </a:cxn>
                <a:cxn ang="0">
                  <a:pos x="T2" y="T3"/>
                </a:cxn>
                <a:cxn ang="0">
                  <a:pos x="T4" y="T5"/>
                </a:cxn>
                <a:cxn ang="0">
                  <a:pos x="T6" y="T7"/>
                </a:cxn>
              </a:cxnLst>
              <a:rect l="0" t="0" r="r" b="b"/>
              <a:pathLst>
                <a:path w="36" h="132">
                  <a:moveTo>
                    <a:pt x="0" y="0"/>
                  </a:moveTo>
                  <a:lnTo>
                    <a:pt x="36" y="12"/>
                  </a:lnTo>
                  <a:lnTo>
                    <a:pt x="0" y="132"/>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sp>
        <p:nvSpPr>
          <p:cNvPr id="13359" name="Rectangle 47"/>
          <p:cNvSpPr>
            <a:spLocks noGrp="1" noChangeArrowheads="1"/>
          </p:cNvSpPr>
          <p:nvPr>
            <p:ph type="ctrTitle"/>
          </p:nvPr>
        </p:nvSpPr>
        <p:spPr>
          <a:xfrm>
            <a:off x="2455863" y="596900"/>
            <a:ext cx="6192837" cy="3581400"/>
          </a:xfrm>
        </p:spPr>
        <p:txBody>
          <a:bodyPr/>
          <a:lstStyle>
            <a:lvl1pPr>
              <a:defRPr sz="5200" b="1"/>
            </a:lvl1pPr>
          </a:lstStyle>
          <a:p>
            <a:r>
              <a:rPr lang="zh-CN" altLang="en-US" noProof="1"/>
              <a:t>单击此处编辑母版标题样式</a:t>
            </a:r>
          </a:p>
        </p:txBody>
      </p:sp>
      <p:sp>
        <p:nvSpPr>
          <p:cNvPr id="13360" name="Rectangle 48"/>
          <p:cNvSpPr>
            <a:spLocks noGrp="1" noChangeArrowheads="1"/>
          </p:cNvSpPr>
          <p:nvPr>
            <p:ph type="subTitle" idx="1"/>
          </p:nvPr>
        </p:nvSpPr>
        <p:spPr>
          <a:xfrm>
            <a:off x="2489200" y="4279900"/>
            <a:ext cx="6146800" cy="1485900"/>
          </a:xfrm>
        </p:spPr>
        <p:txBody>
          <a:bodyPr/>
          <a:lstStyle>
            <a:lvl1pPr marL="0" indent="0" algn="ctr">
              <a:buFontTx/>
              <a:buNone/>
              <a:defRPr b="1">
                <a:effectLst>
                  <a:outerShdw blurRad="38100" dist="38100" dir="2700000" algn="tl">
                    <a:srgbClr val="C0C0C0"/>
                  </a:outerShdw>
                </a:effectLst>
              </a:defRPr>
            </a:lvl1pPr>
          </a:lstStyle>
          <a:p>
            <a:r>
              <a:rPr lang="zh-CN" altLang="en-US" noProof="1"/>
              <a:t>单击此处编辑母版副标题样式</a:t>
            </a:r>
          </a:p>
        </p:txBody>
      </p:sp>
      <p:sp>
        <p:nvSpPr>
          <p:cNvPr id="46" name="Rectangle 44">
            <a:extLst>
              <a:ext uri="{FF2B5EF4-FFF2-40B4-BE49-F238E27FC236}">
                <a16:creationId xmlns:a16="http://schemas.microsoft.com/office/drawing/2014/main" id="{99B697FB-7CD5-4D65-BE9B-7E738E4D5E24}"/>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47" name="Rectangle 45">
            <a:extLst>
              <a:ext uri="{FF2B5EF4-FFF2-40B4-BE49-F238E27FC236}">
                <a16:creationId xmlns:a16="http://schemas.microsoft.com/office/drawing/2014/main" id="{AC1ADCDC-0D59-4380-9C1C-02362E35B566}"/>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8" name="Rectangle 46">
            <a:extLst>
              <a:ext uri="{FF2B5EF4-FFF2-40B4-BE49-F238E27FC236}">
                <a16:creationId xmlns:a16="http://schemas.microsoft.com/office/drawing/2014/main" id="{2375BDED-15AE-4C58-9893-AD4851F9449B}"/>
              </a:ext>
            </a:extLst>
          </p:cNvPr>
          <p:cNvSpPr>
            <a:spLocks noGrp="1" noChangeArrowheads="1"/>
          </p:cNvSpPr>
          <p:nvPr>
            <p:ph type="sldNum" sz="quarter" idx="12"/>
          </p:nvPr>
        </p:nvSpPr>
        <p:spPr/>
        <p:txBody>
          <a:bodyPr/>
          <a:lstStyle>
            <a:lvl1pPr>
              <a:defRPr/>
            </a:lvl1pPr>
          </a:lstStyle>
          <a:p>
            <a:fld id="{8425C502-06E8-42E7-BCB2-5CFA4F1B80E2}" type="slidenum">
              <a:rPr lang="en-US" altLang="zh-CN"/>
              <a:pPr/>
              <a:t>‹#›</a:t>
            </a:fld>
            <a:endParaRPr lang="en-US" altLang="zh-CN"/>
          </a:p>
        </p:txBody>
      </p:sp>
    </p:spTree>
    <p:extLst>
      <p:ext uri="{BB962C8B-B14F-4D97-AF65-F5344CB8AC3E}">
        <p14:creationId xmlns:p14="http://schemas.microsoft.com/office/powerpoint/2010/main" val="3371842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a:extLst>
              <a:ext uri="{FF2B5EF4-FFF2-40B4-BE49-F238E27FC236}">
                <a16:creationId xmlns:a16="http://schemas.microsoft.com/office/drawing/2014/main" id="{D53A7083-654C-4B96-B35A-85766A5FB65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7F9C3223-80CD-43BE-96F4-AA87A3492F7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BE27C250-CF50-40D9-85AD-5C9315D75BB7}"/>
              </a:ext>
            </a:extLst>
          </p:cNvPr>
          <p:cNvSpPr>
            <a:spLocks noGrp="1" noChangeArrowheads="1"/>
          </p:cNvSpPr>
          <p:nvPr>
            <p:ph type="sldNum" sz="quarter" idx="12"/>
          </p:nvPr>
        </p:nvSpPr>
        <p:spPr>
          <a:ln/>
        </p:spPr>
        <p:txBody>
          <a:bodyPr/>
          <a:lstStyle>
            <a:lvl1pPr>
              <a:defRPr/>
            </a:lvl1pPr>
          </a:lstStyle>
          <a:p>
            <a:fld id="{ED1DDC8D-6085-4C33-91FE-E1F743652C69}" type="slidenum">
              <a:rPr lang="en-US" altLang="zh-CN"/>
              <a:pPr/>
              <a:t>‹#›</a:t>
            </a:fld>
            <a:endParaRPr lang="en-US" altLang="zh-CN"/>
          </a:p>
        </p:txBody>
      </p:sp>
    </p:spTree>
    <p:extLst>
      <p:ext uri="{BB962C8B-B14F-4D97-AF65-F5344CB8AC3E}">
        <p14:creationId xmlns:p14="http://schemas.microsoft.com/office/powerpoint/2010/main" val="3331152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7">
            <a:extLst>
              <a:ext uri="{FF2B5EF4-FFF2-40B4-BE49-F238E27FC236}">
                <a16:creationId xmlns:a16="http://schemas.microsoft.com/office/drawing/2014/main" id="{A6389B42-657E-4A75-A4FE-BC5C53441D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26C7B0CE-41F9-45E5-9DF3-430765C153B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0E293C82-5CE1-42EA-B0FC-3642349C1AE5}"/>
              </a:ext>
            </a:extLst>
          </p:cNvPr>
          <p:cNvSpPr>
            <a:spLocks noGrp="1" noChangeArrowheads="1"/>
          </p:cNvSpPr>
          <p:nvPr>
            <p:ph type="sldNum" sz="quarter" idx="12"/>
          </p:nvPr>
        </p:nvSpPr>
        <p:spPr>
          <a:ln/>
        </p:spPr>
        <p:txBody>
          <a:bodyPr/>
          <a:lstStyle>
            <a:lvl1pPr>
              <a:defRPr/>
            </a:lvl1pPr>
          </a:lstStyle>
          <a:p>
            <a:fld id="{0ABD12E0-0F67-4C7A-8C82-25DA7806CDAC}" type="slidenum">
              <a:rPr lang="en-US" altLang="zh-CN"/>
              <a:pPr/>
              <a:t>‹#›</a:t>
            </a:fld>
            <a:endParaRPr lang="en-US" altLang="zh-CN"/>
          </a:p>
        </p:txBody>
      </p:sp>
    </p:spTree>
    <p:extLst>
      <p:ext uri="{BB962C8B-B14F-4D97-AF65-F5344CB8AC3E}">
        <p14:creationId xmlns:p14="http://schemas.microsoft.com/office/powerpoint/2010/main" val="643419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7">
            <a:extLst>
              <a:ext uri="{FF2B5EF4-FFF2-40B4-BE49-F238E27FC236}">
                <a16:creationId xmlns:a16="http://schemas.microsoft.com/office/drawing/2014/main" id="{2D85E6D5-1924-4E24-9EB5-9564A23C1C6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E3AF3D28-CC98-45D2-B6BF-A0691A962EA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F86BF9D6-A572-40C5-B420-CDDE18F5EC05}"/>
              </a:ext>
            </a:extLst>
          </p:cNvPr>
          <p:cNvSpPr>
            <a:spLocks noGrp="1" noChangeArrowheads="1"/>
          </p:cNvSpPr>
          <p:nvPr>
            <p:ph type="sldNum" sz="quarter" idx="12"/>
          </p:nvPr>
        </p:nvSpPr>
        <p:spPr>
          <a:ln/>
        </p:spPr>
        <p:txBody>
          <a:bodyPr/>
          <a:lstStyle>
            <a:lvl1pPr>
              <a:defRPr/>
            </a:lvl1pPr>
          </a:lstStyle>
          <a:p>
            <a:fld id="{3B0D1365-8FB2-4A7D-AE3E-36B5B0B03BF0}" type="slidenum">
              <a:rPr lang="en-US" altLang="zh-CN"/>
              <a:pPr/>
              <a:t>‹#›</a:t>
            </a:fld>
            <a:endParaRPr lang="en-US" altLang="zh-CN"/>
          </a:p>
        </p:txBody>
      </p:sp>
    </p:spTree>
    <p:extLst>
      <p:ext uri="{BB962C8B-B14F-4D97-AF65-F5344CB8AC3E}">
        <p14:creationId xmlns:p14="http://schemas.microsoft.com/office/powerpoint/2010/main" val="288970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7">
            <a:extLst>
              <a:ext uri="{FF2B5EF4-FFF2-40B4-BE49-F238E27FC236}">
                <a16:creationId xmlns:a16="http://schemas.microsoft.com/office/drawing/2014/main" id="{9C7614FB-99C2-4F53-90C2-98843532236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8">
            <a:extLst>
              <a:ext uri="{FF2B5EF4-FFF2-40B4-BE49-F238E27FC236}">
                <a16:creationId xmlns:a16="http://schemas.microsoft.com/office/drawing/2014/main" id="{58771B06-25B4-410F-9998-47670B5768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9">
            <a:extLst>
              <a:ext uri="{FF2B5EF4-FFF2-40B4-BE49-F238E27FC236}">
                <a16:creationId xmlns:a16="http://schemas.microsoft.com/office/drawing/2014/main" id="{9667F8E0-FEE9-485A-8408-75B020F38235}"/>
              </a:ext>
            </a:extLst>
          </p:cNvPr>
          <p:cNvSpPr>
            <a:spLocks noGrp="1" noChangeArrowheads="1"/>
          </p:cNvSpPr>
          <p:nvPr>
            <p:ph type="sldNum" sz="quarter" idx="12"/>
          </p:nvPr>
        </p:nvSpPr>
        <p:spPr>
          <a:ln/>
        </p:spPr>
        <p:txBody>
          <a:bodyPr/>
          <a:lstStyle>
            <a:lvl1pPr>
              <a:defRPr/>
            </a:lvl1pPr>
          </a:lstStyle>
          <a:p>
            <a:fld id="{446AE352-F493-449D-8213-CD69C3199B7E}" type="slidenum">
              <a:rPr lang="en-US" altLang="zh-CN"/>
              <a:pPr/>
              <a:t>‹#›</a:t>
            </a:fld>
            <a:endParaRPr lang="en-US" altLang="zh-CN"/>
          </a:p>
        </p:txBody>
      </p:sp>
    </p:spTree>
    <p:extLst>
      <p:ext uri="{BB962C8B-B14F-4D97-AF65-F5344CB8AC3E}">
        <p14:creationId xmlns:p14="http://schemas.microsoft.com/office/powerpoint/2010/main" val="625659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7">
            <a:extLst>
              <a:ext uri="{FF2B5EF4-FFF2-40B4-BE49-F238E27FC236}">
                <a16:creationId xmlns:a16="http://schemas.microsoft.com/office/drawing/2014/main" id="{FD2208C8-E2D3-48B7-9E5C-4DB0ADAF21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8">
            <a:extLst>
              <a:ext uri="{FF2B5EF4-FFF2-40B4-BE49-F238E27FC236}">
                <a16:creationId xmlns:a16="http://schemas.microsoft.com/office/drawing/2014/main" id="{B635236C-B00C-457D-8140-3B8B54378A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9">
            <a:extLst>
              <a:ext uri="{FF2B5EF4-FFF2-40B4-BE49-F238E27FC236}">
                <a16:creationId xmlns:a16="http://schemas.microsoft.com/office/drawing/2014/main" id="{CA4D906B-6636-484E-9CFA-08BBC48F19C5}"/>
              </a:ext>
            </a:extLst>
          </p:cNvPr>
          <p:cNvSpPr>
            <a:spLocks noGrp="1" noChangeArrowheads="1"/>
          </p:cNvSpPr>
          <p:nvPr>
            <p:ph type="sldNum" sz="quarter" idx="12"/>
          </p:nvPr>
        </p:nvSpPr>
        <p:spPr>
          <a:ln/>
        </p:spPr>
        <p:txBody>
          <a:bodyPr/>
          <a:lstStyle>
            <a:lvl1pPr>
              <a:defRPr/>
            </a:lvl1pPr>
          </a:lstStyle>
          <a:p>
            <a:fld id="{2429C0C2-0660-4404-89F9-33EF6856DB61}" type="slidenum">
              <a:rPr lang="en-US" altLang="zh-CN"/>
              <a:pPr/>
              <a:t>‹#›</a:t>
            </a:fld>
            <a:endParaRPr lang="en-US" altLang="zh-CN"/>
          </a:p>
        </p:txBody>
      </p:sp>
    </p:spTree>
    <p:extLst>
      <p:ext uri="{BB962C8B-B14F-4D97-AF65-F5344CB8AC3E}">
        <p14:creationId xmlns:p14="http://schemas.microsoft.com/office/powerpoint/2010/main" val="62456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6731ECD7-1D75-475F-8237-A00B597F808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72BB0C02-46BD-4E5C-B158-0FFC111980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78BC126F-F5AC-4A40-BD09-88DFEC59AEEF}"/>
              </a:ext>
            </a:extLst>
          </p:cNvPr>
          <p:cNvSpPr>
            <a:spLocks noGrp="1" noChangeArrowheads="1"/>
          </p:cNvSpPr>
          <p:nvPr>
            <p:ph type="sldNum" sz="quarter" idx="12"/>
          </p:nvPr>
        </p:nvSpPr>
        <p:spPr>
          <a:ln/>
        </p:spPr>
        <p:txBody>
          <a:bodyPr/>
          <a:lstStyle>
            <a:lvl1pPr>
              <a:defRPr/>
            </a:lvl1pPr>
          </a:lstStyle>
          <a:p>
            <a:fld id="{AD8CB618-8019-4722-AD6A-F9314C3211E1}" type="slidenum">
              <a:rPr lang="en-US" altLang="zh-CN"/>
              <a:pPr/>
              <a:t>‹#›</a:t>
            </a:fld>
            <a:endParaRPr lang="en-US" altLang="zh-CN"/>
          </a:p>
        </p:txBody>
      </p:sp>
    </p:spTree>
    <p:extLst>
      <p:ext uri="{BB962C8B-B14F-4D97-AF65-F5344CB8AC3E}">
        <p14:creationId xmlns:p14="http://schemas.microsoft.com/office/powerpoint/2010/main" val="2308588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7">
            <a:extLst>
              <a:ext uri="{FF2B5EF4-FFF2-40B4-BE49-F238E27FC236}">
                <a16:creationId xmlns:a16="http://schemas.microsoft.com/office/drawing/2014/main" id="{BCA5AEC1-CB58-4FFE-80BD-B3423D0EDDC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0BC3443D-82B3-4863-B03C-AAC10F2C2E3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A9841E1B-BFFB-4B2F-83E6-82D09FEE641D}"/>
              </a:ext>
            </a:extLst>
          </p:cNvPr>
          <p:cNvSpPr>
            <a:spLocks noGrp="1" noChangeArrowheads="1"/>
          </p:cNvSpPr>
          <p:nvPr>
            <p:ph type="sldNum" sz="quarter" idx="12"/>
          </p:nvPr>
        </p:nvSpPr>
        <p:spPr>
          <a:ln/>
        </p:spPr>
        <p:txBody>
          <a:bodyPr/>
          <a:lstStyle>
            <a:lvl1pPr>
              <a:defRPr/>
            </a:lvl1pPr>
          </a:lstStyle>
          <a:p>
            <a:fld id="{1C2CA102-E212-4968-9601-FA1C6B6E55D6}" type="slidenum">
              <a:rPr lang="en-US" altLang="zh-CN"/>
              <a:pPr/>
              <a:t>‹#›</a:t>
            </a:fld>
            <a:endParaRPr lang="en-US" altLang="zh-CN"/>
          </a:p>
        </p:txBody>
      </p:sp>
    </p:spTree>
    <p:extLst>
      <p:ext uri="{BB962C8B-B14F-4D97-AF65-F5344CB8AC3E}">
        <p14:creationId xmlns:p14="http://schemas.microsoft.com/office/powerpoint/2010/main" val="2336991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7">
            <a:extLst>
              <a:ext uri="{FF2B5EF4-FFF2-40B4-BE49-F238E27FC236}">
                <a16:creationId xmlns:a16="http://schemas.microsoft.com/office/drawing/2014/main" id="{A417E7F1-29B7-4955-BA8F-632A7F3271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21CF22F5-2DA5-4E8E-AC05-F161B8D215A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B8A670F9-5E11-4C1F-A7CE-2EB445B86D1E}"/>
              </a:ext>
            </a:extLst>
          </p:cNvPr>
          <p:cNvSpPr>
            <a:spLocks noGrp="1" noChangeArrowheads="1"/>
          </p:cNvSpPr>
          <p:nvPr>
            <p:ph type="sldNum" sz="quarter" idx="12"/>
          </p:nvPr>
        </p:nvSpPr>
        <p:spPr>
          <a:ln/>
        </p:spPr>
        <p:txBody>
          <a:bodyPr/>
          <a:lstStyle>
            <a:lvl1pPr>
              <a:defRPr/>
            </a:lvl1pPr>
          </a:lstStyle>
          <a:p>
            <a:fld id="{E12C329F-E0EB-4DC1-B1DE-50F3D283D518}" type="slidenum">
              <a:rPr lang="en-US" altLang="zh-CN"/>
              <a:pPr/>
              <a:t>‹#›</a:t>
            </a:fld>
            <a:endParaRPr lang="en-US" altLang="zh-CN"/>
          </a:p>
        </p:txBody>
      </p:sp>
    </p:spTree>
    <p:extLst>
      <p:ext uri="{BB962C8B-B14F-4D97-AF65-F5344CB8AC3E}">
        <p14:creationId xmlns:p14="http://schemas.microsoft.com/office/powerpoint/2010/main" val="1544577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a:extLst>
              <a:ext uri="{FF2B5EF4-FFF2-40B4-BE49-F238E27FC236}">
                <a16:creationId xmlns:a16="http://schemas.microsoft.com/office/drawing/2014/main" id="{A7190006-8F45-4FE8-9D3B-030308D6DB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3051AF88-188C-494D-8DE4-67E48697B6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05CEE69A-92E4-4F58-9CE2-DA8F3AB64713}"/>
              </a:ext>
            </a:extLst>
          </p:cNvPr>
          <p:cNvSpPr>
            <a:spLocks noGrp="1" noChangeArrowheads="1"/>
          </p:cNvSpPr>
          <p:nvPr>
            <p:ph type="sldNum" sz="quarter" idx="12"/>
          </p:nvPr>
        </p:nvSpPr>
        <p:spPr>
          <a:ln/>
        </p:spPr>
        <p:txBody>
          <a:bodyPr/>
          <a:lstStyle>
            <a:lvl1pPr>
              <a:defRPr/>
            </a:lvl1pPr>
          </a:lstStyle>
          <a:p>
            <a:fld id="{5F71CEF1-3156-48D4-BC92-4EE6DADDB521}" type="slidenum">
              <a:rPr lang="en-US" altLang="zh-CN"/>
              <a:pPr/>
              <a:t>‹#›</a:t>
            </a:fld>
            <a:endParaRPr lang="en-US" altLang="zh-CN"/>
          </a:p>
        </p:txBody>
      </p:sp>
    </p:spTree>
    <p:extLst>
      <p:ext uri="{BB962C8B-B14F-4D97-AF65-F5344CB8AC3E}">
        <p14:creationId xmlns:p14="http://schemas.microsoft.com/office/powerpoint/2010/main" val="3889927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a:extLst>
              <a:ext uri="{FF2B5EF4-FFF2-40B4-BE49-F238E27FC236}">
                <a16:creationId xmlns:a16="http://schemas.microsoft.com/office/drawing/2014/main" id="{319887E6-3A6B-4C87-A4A6-9A883CF571A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86C0AB66-38F2-4474-880B-51FEAD90F0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7F523F4E-A681-4ECD-BB98-B1425C16A016}"/>
              </a:ext>
            </a:extLst>
          </p:cNvPr>
          <p:cNvSpPr>
            <a:spLocks noGrp="1" noChangeArrowheads="1"/>
          </p:cNvSpPr>
          <p:nvPr>
            <p:ph type="sldNum" sz="quarter" idx="12"/>
          </p:nvPr>
        </p:nvSpPr>
        <p:spPr>
          <a:ln/>
        </p:spPr>
        <p:txBody>
          <a:bodyPr/>
          <a:lstStyle>
            <a:lvl1pPr>
              <a:defRPr/>
            </a:lvl1pPr>
          </a:lstStyle>
          <a:p>
            <a:fld id="{F0031C63-28D2-4BFA-9E6A-8860CA75A10F}" type="slidenum">
              <a:rPr lang="en-US" altLang="zh-CN"/>
              <a:pPr/>
              <a:t>‹#›</a:t>
            </a:fld>
            <a:endParaRPr lang="en-US" altLang="zh-CN"/>
          </a:p>
        </p:txBody>
      </p:sp>
    </p:spTree>
    <p:extLst>
      <p:ext uri="{BB962C8B-B14F-4D97-AF65-F5344CB8AC3E}">
        <p14:creationId xmlns:p14="http://schemas.microsoft.com/office/powerpoint/2010/main" val="1798879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noProof="1"/>
              <a:t>单击此处编辑母版标题样式</a:t>
            </a:r>
          </a:p>
        </p:txBody>
      </p:sp>
      <p:sp>
        <p:nvSpPr>
          <p:cNvPr id="7" name="内容占位符 2"/>
          <p:cNvSpPr>
            <a:spLocks noGrp="1"/>
          </p:cNvSpPr>
          <p:nvPr>
            <p:ph idx="1"/>
          </p:nvPr>
        </p:nvSpPr>
        <p:spPr>
          <a:xfrm>
            <a:off x="457200" y="1412776"/>
            <a:ext cx="8229600" cy="4713387"/>
          </a:xfrm>
        </p:spPr>
        <p:txBody>
          <a:bodyPr/>
          <a:lstStyle>
            <a:lvl1pPr marL="0" indent="720090">
              <a:lnSpc>
                <a:spcPct val="130000"/>
              </a:lnSpc>
              <a:spcBef>
                <a:spcPts val="0"/>
              </a:spcBef>
              <a:buFont typeface="Arial" panose="020B0604020202020204"/>
              <a:buNone/>
              <a:defRPr sz="2400"/>
            </a:lvl1pPr>
            <a:lvl2pPr indent="0">
              <a:buFontTx/>
              <a:buNone/>
              <a:defRPr sz="2000"/>
            </a:lvl2pPr>
          </a:lstStyle>
          <a:p>
            <a:pPr lvl="0"/>
            <a:r>
              <a:rPr lang="zh-CN" altLang="en-US" noProof="1"/>
              <a:t>单击此处编辑母版文本样式</a:t>
            </a:r>
          </a:p>
        </p:txBody>
      </p:sp>
      <p:sp>
        <p:nvSpPr>
          <p:cNvPr id="4" name="日期占位符 2">
            <a:extLst>
              <a:ext uri="{FF2B5EF4-FFF2-40B4-BE49-F238E27FC236}">
                <a16:creationId xmlns:a16="http://schemas.microsoft.com/office/drawing/2014/main" id="{338DF870-A959-473D-B64B-996F23E3938F}"/>
              </a:ext>
            </a:extLst>
          </p:cNvPr>
          <p:cNvSpPr>
            <a:spLocks noGrp="1"/>
          </p:cNvSpPr>
          <p:nvPr>
            <p:ph type="dt" sz="half" idx="10"/>
          </p:nvPr>
        </p:nvSpPr>
        <p:spPr/>
        <p:txBody>
          <a:bodyPr/>
          <a:lstStyle>
            <a:lvl1pPr>
              <a:defRPr/>
            </a:lvl1pPr>
          </a:lstStyle>
          <a:p>
            <a:pPr>
              <a:defRPr/>
            </a:pPr>
            <a:fld id="{9A745EC2-704B-45A7-AF43-44471E6241B0}" type="datetime1">
              <a:rPr lang="zh-CN" altLang="en-US"/>
              <a:pPr>
                <a:defRPr/>
              </a:pPr>
              <a:t>2026/6/27</a:t>
            </a:fld>
            <a:endParaRPr lang="zh-CN" altLang="en-US" dirty="0"/>
          </a:p>
        </p:txBody>
      </p:sp>
      <p:sp>
        <p:nvSpPr>
          <p:cNvPr id="5" name="页脚占位符 3">
            <a:extLst>
              <a:ext uri="{FF2B5EF4-FFF2-40B4-BE49-F238E27FC236}">
                <a16:creationId xmlns:a16="http://schemas.microsoft.com/office/drawing/2014/main" id="{0BEC44B7-1E9A-4248-A8AB-11D244FC18F6}"/>
              </a:ext>
            </a:extLst>
          </p:cNvPr>
          <p:cNvSpPr>
            <a:spLocks noGrp="1"/>
          </p:cNvSpPr>
          <p:nvPr>
            <p:ph type="ftr" sz="quarter" idx="11"/>
          </p:nvPr>
        </p:nvSpPr>
        <p:spPr/>
        <p:txBody>
          <a:bodyPr/>
          <a:lstStyle>
            <a:lvl1pPr>
              <a:defRPr sz="1400"/>
            </a:lvl1pPr>
          </a:lstStyle>
          <a:p>
            <a:pPr>
              <a:defRPr/>
            </a:pPr>
            <a:endParaRPr lang="zh-CN" altLang="en-US"/>
          </a:p>
        </p:txBody>
      </p:sp>
      <p:sp>
        <p:nvSpPr>
          <p:cNvPr id="6" name="灯片编号占位符 4">
            <a:extLst>
              <a:ext uri="{FF2B5EF4-FFF2-40B4-BE49-F238E27FC236}">
                <a16:creationId xmlns:a16="http://schemas.microsoft.com/office/drawing/2014/main" id="{114E052D-842C-46FC-AC24-C0C72CAEF1B3}"/>
              </a:ext>
            </a:extLst>
          </p:cNvPr>
          <p:cNvSpPr>
            <a:spLocks noGrp="1"/>
          </p:cNvSpPr>
          <p:nvPr>
            <p:ph type="sldNum" sz="quarter" idx="12"/>
          </p:nvPr>
        </p:nvSpPr>
        <p:spPr/>
        <p:txBody>
          <a:bodyPr/>
          <a:lstStyle>
            <a:lvl1pPr>
              <a:defRPr/>
            </a:lvl1pPr>
          </a:lstStyle>
          <a:p>
            <a:fld id="{F5D4B642-50D1-4E01-8D18-87320F5A84DA}" type="slidenum">
              <a:rPr lang="zh-CN" altLang="en-US"/>
              <a:pPr/>
              <a:t>‹#›</a:t>
            </a:fld>
            <a:endParaRPr lang="zh-CN" altLang="en-US"/>
          </a:p>
        </p:txBody>
      </p:sp>
    </p:spTree>
    <p:extLst>
      <p:ext uri="{BB962C8B-B14F-4D97-AF65-F5344CB8AC3E}">
        <p14:creationId xmlns:p14="http://schemas.microsoft.com/office/powerpoint/2010/main" val="6581573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3C19958-B120-46D9-A7C3-DBE891BAF5F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963" t="44271"/>
          <a:stretch/>
        </p:blipFill>
        <p:spPr>
          <a:xfrm rot="16200000">
            <a:off x="6145212" y="-2097087"/>
            <a:ext cx="901702" cy="5095875"/>
          </a:xfrm>
          <a:prstGeom prst="rect">
            <a:avLst/>
          </a:prstGeom>
        </p:spPr>
      </p:pic>
      <p:pic>
        <p:nvPicPr>
          <p:cNvPr id="8" name="图片 7">
            <a:extLst>
              <a:ext uri="{FF2B5EF4-FFF2-40B4-BE49-F238E27FC236}">
                <a16:creationId xmlns:a16="http://schemas.microsoft.com/office/drawing/2014/main" id="{17D6C288-A50E-4296-9C84-523FCDCA025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522" r="62778" b="20521"/>
          <a:stretch/>
        </p:blipFill>
        <p:spPr>
          <a:xfrm rot="16200000">
            <a:off x="3182938" y="2773363"/>
            <a:ext cx="901700" cy="7267575"/>
          </a:xfrm>
          <a:prstGeom prst="rect">
            <a:avLst/>
          </a:prstGeom>
        </p:spPr>
      </p:pic>
    </p:spTree>
    <p:extLst>
      <p:ext uri="{BB962C8B-B14F-4D97-AF65-F5344CB8AC3E}">
        <p14:creationId xmlns:p14="http://schemas.microsoft.com/office/powerpoint/2010/main" val="2587779303"/>
      </p:ext>
    </p:extLst>
  </p:cSld>
  <p:clrMapOvr>
    <a:masterClrMapping/>
  </p:clrMapOvr>
  <mc:AlternateContent xmlns:mc="http://schemas.openxmlformats.org/markup-compatibility/2006" xmlns:p14="http://schemas.microsoft.com/office/powerpoint/2010/main">
    <mc:Choice Requires="p14">
      <p:transition spd="slow" p14:dur="1250" advTm="3000">
        <p14:switch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AB0D4A2-CFD5-453A-84C9-A61AEEDF7D55}"/>
              </a:ext>
            </a:extLst>
          </p:cNvPr>
          <p:cNvGrpSpPr>
            <a:grpSpLocks/>
          </p:cNvGrpSpPr>
          <p:nvPr/>
        </p:nvGrpSpPr>
        <p:grpSpPr bwMode="auto">
          <a:xfrm>
            <a:off x="-7938" y="0"/>
            <a:ext cx="2833688" cy="6856413"/>
            <a:chOff x="-5" y="0"/>
            <a:chExt cx="1785" cy="4319"/>
          </a:xfrm>
        </p:grpSpPr>
        <p:sp>
          <p:nvSpPr>
            <p:cNvPr id="1027" name="Freeform 3">
              <a:extLst>
                <a:ext uri="{FF2B5EF4-FFF2-40B4-BE49-F238E27FC236}">
                  <a16:creationId xmlns:a16="http://schemas.microsoft.com/office/drawing/2014/main" id="{DCB121AA-0A35-4484-968E-B75BFF8FF186}"/>
                </a:ext>
              </a:extLst>
            </p:cNvPr>
            <p:cNvSpPr>
              <a:spLocks noChangeArrowheads="1"/>
            </p:cNvSpPr>
            <p:nvPr/>
          </p:nvSpPr>
          <p:spPr bwMode="auto">
            <a:xfrm>
              <a:off x="-5"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nvGrpSpPr>
            <p:cNvPr id="1028" name="Group 4">
              <a:extLst>
                <a:ext uri="{FF2B5EF4-FFF2-40B4-BE49-F238E27FC236}">
                  <a16:creationId xmlns:a16="http://schemas.microsoft.com/office/drawing/2014/main" id="{0E01A0D3-C74E-458B-B469-D8CEE2A3726C}"/>
                </a:ext>
              </a:extLst>
            </p:cNvPr>
            <p:cNvGrpSpPr>
              <a:grpSpLocks/>
            </p:cNvGrpSpPr>
            <p:nvPr/>
          </p:nvGrpSpPr>
          <p:grpSpPr bwMode="auto">
            <a:xfrm rot="14964908" flipH="1">
              <a:off x="104" y="2441"/>
              <a:ext cx="452" cy="444"/>
              <a:chOff x="1727" y="866"/>
              <a:chExt cx="129" cy="157"/>
            </a:xfrm>
          </p:grpSpPr>
          <p:sp>
            <p:nvSpPr>
              <p:cNvPr id="1029" name="Freeform 5">
                <a:extLst>
                  <a:ext uri="{FF2B5EF4-FFF2-40B4-BE49-F238E27FC236}">
                    <a16:creationId xmlns:a16="http://schemas.microsoft.com/office/drawing/2014/main" id="{52F66ED2-25CC-4588-BD54-1516EB55B990}"/>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30" name="Freeform 6">
                <a:extLst>
                  <a:ext uri="{FF2B5EF4-FFF2-40B4-BE49-F238E27FC236}">
                    <a16:creationId xmlns:a16="http://schemas.microsoft.com/office/drawing/2014/main" id="{C4C702EF-69FF-4B10-A309-07D9322FA32A}"/>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31" name="Freeform 7">
                <a:extLst>
                  <a:ext uri="{FF2B5EF4-FFF2-40B4-BE49-F238E27FC236}">
                    <a16:creationId xmlns:a16="http://schemas.microsoft.com/office/drawing/2014/main" id="{ADF0EFAE-452C-4034-817C-1A76239F9B7F}"/>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sp>
          <p:nvSpPr>
            <p:cNvPr id="1032" name="Freeform 8">
              <a:extLst>
                <a:ext uri="{FF2B5EF4-FFF2-40B4-BE49-F238E27FC236}">
                  <a16:creationId xmlns:a16="http://schemas.microsoft.com/office/drawing/2014/main" id="{67D0FD0D-2A23-49E0-A317-1716A858E4CD}"/>
                </a:ext>
              </a:extLst>
            </p:cNvPr>
            <p:cNvSpPr>
              <a:spLocks noChangeArrowheads="1"/>
            </p:cNvSpPr>
            <p:nvPr/>
          </p:nvSpPr>
          <p:spPr bwMode="auto">
            <a:xfrm>
              <a:off x="90"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nvGrpSpPr>
            <p:cNvPr id="1033" name="Group 9">
              <a:extLst>
                <a:ext uri="{FF2B5EF4-FFF2-40B4-BE49-F238E27FC236}">
                  <a16:creationId xmlns:a16="http://schemas.microsoft.com/office/drawing/2014/main" id="{1F7D421C-DE96-412C-8675-7DDCEBEA040A}"/>
                </a:ext>
              </a:extLst>
            </p:cNvPr>
            <p:cNvGrpSpPr>
              <a:grpSpLocks/>
            </p:cNvGrpSpPr>
            <p:nvPr/>
          </p:nvGrpSpPr>
          <p:grpSpPr bwMode="auto">
            <a:xfrm rot="416244">
              <a:off x="9" y="1746"/>
              <a:ext cx="1771" cy="1741"/>
              <a:chOff x="41" y="2787"/>
              <a:chExt cx="902" cy="833"/>
            </a:xfrm>
          </p:grpSpPr>
          <p:sp>
            <p:nvSpPr>
              <p:cNvPr id="1034" name="Freeform 10">
                <a:extLst>
                  <a:ext uri="{FF2B5EF4-FFF2-40B4-BE49-F238E27FC236}">
                    <a16:creationId xmlns:a16="http://schemas.microsoft.com/office/drawing/2014/main" id="{6C41F91C-78D2-4F05-980C-DA4B20A48CD6}"/>
                  </a:ext>
                </a:extLst>
              </p:cNvPr>
              <p:cNvSpPr>
                <a:spLocks noChangeArrowheads="1"/>
              </p:cNvSpPr>
              <p:nvPr userDrawn="1"/>
            </p:nvSpPr>
            <p:spPr bwMode="auto">
              <a:xfrm rot="373331" flipH="1">
                <a:off x="125" y="2787"/>
                <a:ext cx="313" cy="303"/>
              </a:xfrm>
              <a:custGeom>
                <a:avLst/>
                <a:gdLst>
                  <a:gd name="T0" fmla="*/ 46 w 217"/>
                  <a:gd name="T1" fmla="*/ 210 h 210"/>
                  <a:gd name="T2" fmla="*/ 37 w 217"/>
                  <a:gd name="T3" fmla="*/ 198 h 210"/>
                  <a:gd name="T4" fmla="*/ 26 w 217"/>
                  <a:gd name="T5" fmla="*/ 181 h 210"/>
                  <a:gd name="T6" fmla="*/ 15 w 217"/>
                  <a:gd name="T7" fmla="*/ 159 h 210"/>
                  <a:gd name="T8" fmla="*/ 5 w 217"/>
                  <a:gd name="T9" fmla="*/ 135 h 210"/>
                  <a:gd name="T10" fmla="*/ 0 w 217"/>
                  <a:gd name="T11" fmla="*/ 109 h 210"/>
                  <a:gd name="T12" fmla="*/ 1 w 217"/>
                  <a:gd name="T13" fmla="*/ 82 h 210"/>
                  <a:gd name="T14" fmla="*/ 9 w 217"/>
                  <a:gd name="T15" fmla="*/ 57 h 210"/>
                  <a:gd name="T16" fmla="*/ 27 w 217"/>
                  <a:gd name="T17" fmla="*/ 35 h 210"/>
                  <a:gd name="T18" fmla="*/ 45 w 217"/>
                  <a:gd name="T19" fmla="*/ 22 h 210"/>
                  <a:gd name="T20" fmla="*/ 60 w 217"/>
                  <a:gd name="T21" fmla="*/ 12 h 210"/>
                  <a:gd name="T22" fmla="*/ 72 w 217"/>
                  <a:gd name="T23" fmla="*/ 7 h 210"/>
                  <a:gd name="T24" fmla="*/ 81 w 217"/>
                  <a:gd name="T25" fmla="*/ 5 h 210"/>
                  <a:gd name="T26" fmla="*/ 88 w 217"/>
                  <a:gd name="T27" fmla="*/ 5 h 210"/>
                  <a:gd name="T28" fmla="*/ 104 w 217"/>
                  <a:gd name="T29" fmla="*/ 0 h 210"/>
                  <a:gd name="T30" fmla="*/ 148 w 217"/>
                  <a:gd name="T31" fmla="*/ 8 h 210"/>
                  <a:gd name="T32" fmla="*/ 160 w 217"/>
                  <a:gd name="T33" fmla="*/ 12 h 210"/>
                  <a:gd name="T34" fmla="*/ 172 w 217"/>
                  <a:gd name="T35" fmla="*/ 15 h 210"/>
                  <a:gd name="T36" fmla="*/ 182 w 217"/>
                  <a:gd name="T37" fmla="*/ 19 h 210"/>
                  <a:gd name="T38" fmla="*/ 190 w 217"/>
                  <a:gd name="T39" fmla="*/ 23 h 210"/>
                  <a:gd name="T40" fmla="*/ 198 w 217"/>
                  <a:gd name="T41" fmla="*/ 27 h 210"/>
                  <a:gd name="T42" fmla="*/ 205 w 217"/>
                  <a:gd name="T43" fmla="*/ 32 h 210"/>
                  <a:gd name="T44" fmla="*/ 211 w 217"/>
                  <a:gd name="T45" fmla="*/ 38 h 210"/>
                  <a:gd name="T46" fmla="*/ 217 w 217"/>
                  <a:gd name="T47" fmla="*/ 45 h 210"/>
                  <a:gd name="T48" fmla="*/ 205 w 217"/>
                  <a:gd name="T49" fmla="*/ 40 h 210"/>
                  <a:gd name="T50" fmla="*/ 194 w 217"/>
                  <a:gd name="T51" fmla="*/ 36 h 210"/>
                  <a:gd name="T52" fmla="*/ 183 w 217"/>
                  <a:gd name="T53" fmla="*/ 33 h 210"/>
                  <a:gd name="T54" fmla="*/ 172 w 217"/>
                  <a:gd name="T55" fmla="*/ 30 h 210"/>
                  <a:gd name="T56" fmla="*/ 163 w 217"/>
                  <a:gd name="T57" fmla="*/ 27 h 210"/>
                  <a:gd name="T58" fmla="*/ 153 w 217"/>
                  <a:gd name="T59" fmla="*/ 26 h 210"/>
                  <a:gd name="T60" fmla="*/ 143 w 217"/>
                  <a:gd name="T61" fmla="*/ 24 h 210"/>
                  <a:gd name="T62" fmla="*/ 134 w 217"/>
                  <a:gd name="T63" fmla="*/ 24 h 210"/>
                  <a:gd name="T64" fmla="*/ 125 w 217"/>
                  <a:gd name="T65" fmla="*/ 24 h 210"/>
                  <a:gd name="T66" fmla="*/ 116 w 217"/>
                  <a:gd name="T67" fmla="*/ 25 h 210"/>
                  <a:gd name="T68" fmla="*/ 107 w 217"/>
                  <a:gd name="T69" fmla="*/ 27 h 210"/>
                  <a:gd name="T70" fmla="*/ 99 w 217"/>
                  <a:gd name="T71" fmla="*/ 29 h 210"/>
                  <a:gd name="T72" fmla="*/ 91 w 217"/>
                  <a:gd name="T73" fmla="*/ 33 h 210"/>
                  <a:gd name="T74" fmla="*/ 82 w 217"/>
                  <a:gd name="T75" fmla="*/ 36 h 210"/>
                  <a:gd name="T76" fmla="*/ 74 w 217"/>
                  <a:gd name="T77" fmla="*/ 41 h 210"/>
                  <a:gd name="T78" fmla="*/ 66 w 217"/>
                  <a:gd name="T79" fmla="*/ 46 h 210"/>
                  <a:gd name="T80" fmla="*/ 52 w 217"/>
                  <a:gd name="T81" fmla="*/ 61 h 210"/>
                  <a:gd name="T82" fmla="*/ 42 w 217"/>
                  <a:gd name="T83" fmla="*/ 80 h 210"/>
                  <a:gd name="T84" fmla="*/ 37 w 217"/>
                  <a:gd name="T85" fmla="*/ 103 h 210"/>
                  <a:gd name="T86" fmla="*/ 35 w 217"/>
                  <a:gd name="T87" fmla="*/ 126 h 210"/>
                  <a:gd name="T88" fmla="*/ 35 w 217"/>
                  <a:gd name="T89" fmla="*/ 151 h 210"/>
                  <a:gd name="T90" fmla="*/ 38 w 217"/>
                  <a:gd name="T91" fmla="*/ 174 h 210"/>
                  <a:gd name="T92" fmla="*/ 41 w 217"/>
                  <a:gd name="T93" fmla="*/ 194 h 210"/>
                  <a:gd name="T94" fmla="*/ 46 w 217"/>
                  <a:gd name="T9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35" name="Freeform 11">
                <a:extLst>
                  <a:ext uri="{FF2B5EF4-FFF2-40B4-BE49-F238E27FC236}">
                    <a16:creationId xmlns:a16="http://schemas.microsoft.com/office/drawing/2014/main" id="{9F06FE34-E762-4F04-91D9-5093F02F2AEC}"/>
                  </a:ext>
                </a:extLst>
              </p:cNvPr>
              <p:cNvSpPr>
                <a:spLocks noChangeArrowheads="1"/>
              </p:cNvSpPr>
              <p:nvPr userDrawn="1"/>
            </p:nvSpPr>
            <p:spPr bwMode="auto">
              <a:xfrm rot="373331" flipH="1">
                <a:off x="41" y="2843"/>
                <a:ext cx="262" cy="308"/>
              </a:xfrm>
              <a:custGeom>
                <a:avLst/>
                <a:gdLst>
                  <a:gd name="T0" fmla="*/ 109 w 182"/>
                  <a:gd name="T1" fmla="*/ 0 h 213"/>
                  <a:gd name="T2" fmla="*/ 112 w 182"/>
                  <a:gd name="T3" fmla="*/ 2 h 213"/>
                  <a:gd name="T4" fmla="*/ 118 w 182"/>
                  <a:gd name="T5" fmla="*/ 8 h 213"/>
                  <a:gd name="T6" fmla="*/ 127 w 182"/>
                  <a:gd name="T7" fmla="*/ 18 h 213"/>
                  <a:gd name="T8" fmla="*/ 137 w 182"/>
                  <a:gd name="T9" fmla="*/ 33 h 213"/>
                  <a:gd name="T10" fmla="*/ 145 w 182"/>
                  <a:gd name="T11" fmla="*/ 52 h 213"/>
                  <a:gd name="T12" fmla="*/ 150 w 182"/>
                  <a:gd name="T13" fmla="*/ 76 h 213"/>
                  <a:gd name="T14" fmla="*/ 150 w 182"/>
                  <a:gd name="T15" fmla="*/ 105 h 213"/>
                  <a:gd name="T16" fmla="*/ 144 w 182"/>
                  <a:gd name="T17" fmla="*/ 139 h 213"/>
                  <a:gd name="T18" fmla="*/ 140 w 182"/>
                  <a:gd name="T19" fmla="*/ 149 h 213"/>
                  <a:gd name="T20" fmla="*/ 136 w 182"/>
                  <a:gd name="T21" fmla="*/ 157 h 213"/>
                  <a:gd name="T22" fmla="*/ 131 w 182"/>
                  <a:gd name="T23" fmla="*/ 165 h 213"/>
                  <a:gd name="T24" fmla="*/ 125 w 182"/>
                  <a:gd name="T25" fmla="*/ 173 h 213"/>
                  <a:gd name="T26" fmla="*/ 117 w 182"/>
                  <a:gd name="T27" fmla="*/ 180 h 213"/>
                  <a:gd name="T28" fmla="*/ 110 w 182"/>
                  <a:gd name="T29" fmla="*/ 185 h 213"/>
                  <a:gd name="T30" fmla="*/ 102 w 182"/>
                  <a:gd name="T31" fmla="*/ 191 h 213"/>
                  <a:gd name="T32" fmla="*/ 92 w 182"/>
                  <a:gd name="T33" fmla="*/ 195 h 213"/>
                  <a:gd name="T34" fmla="*/ 82 w 182"/>
                  <a:gd name="T35" fmla="*/ 197 h 213"/>
                  <a:gd name="T36" fmla="*/ 72 w 182"/>
                  <a:gd name="T37" fmla="*/ 200 h 213"/>
                  <a:gd name="T38" fmla="*/ 61 w 182"/>
                  <a:gd name="T39" fmla="*/ 201 h 213"/>
                  <a:gd name="T40" fmla="*/ 49 w 182"/>
                  <a:gd name="T41" fmla="*/ 201 h 213"/>
                  <a:gd name="T42" fmla="*/ 37 w 182"/>
                  <a:gd name="T43" fmla="*/ 200 h 213"/>
                  <a:gd name="T44" fmla="*/ 25 w 182"/>
                  <a:gd name="T45" fmla="*/ 197 h 213"/>
                  <a:gd name="T46" fmla="*/ 12 w 182"/>
                  <a:gd name="T47" fmla="*/ 193 h 213"/>
                  <a:gd name="T48" fmla="*/ 0 w 182"/>
                  <a:gd name="T49" fmla="*/ 188 h 213"/>
                  <a:gd name="T50" fmla="*/ 11 w 182"/>
                  <a:gd name="T51" fmla="*/ 195 h 213"/>
                  <a:gd name="T52" fmla="*/ 22 w 182"/>
                  <a:gd name="T53" fmla="*/ 200 h 213"/>
                  <a:gd name="T54" fmla="*/ 33 w 182"/>
                  <a:gd name="T55" fmla="*/ 205 h 213"/>
                  <a:gd name="T56" fmla="*/ 43 w 182"/>
                  <a:gd name="T57" fmla="*/ 208 h 213"/>
                  <a:gd name="T58" fmla="*/ 53 w 182"/>
                  <a:gd name="T59" fmla="*/ 211 h 213"/>
                  <a:gd name="T60" fmla="*/ 63 w 182"/>
                  <a:gd name="T61" fmla="*/ 212 h 213"/>
                  <a:gd name="T62" fmla="*/ 73 w 182"/>
                  <a:gd name="T63" fmla="*/ 213 h 213"/>
                  <a:gd name="T64" fmla="*/ 83 w 182"/>
                  <a:gd name="T65" fmla="*/ 213 h 213"/>
                  <a:gd name="T66" fmla="*/ 91 w 182"/>
                  <a:gd name="T67" fmla="*/ 212 h 213"/>
                  <a:gd name="T68" fmla="*/ 100 w 182"/>
                  <a:gd name="T69" fmla="*/ 210 h 213"/>
                  <a:gd name="T70" fmla="*/ 108 w 182"/>
                  <a:gd name="T71" fmla="*/ 208 h 213"/>
                  <a:gd name="T72" fmla="*/ 116 w 182"/>
                  <a:gd name="T73" fmla="*/ 206 h 213"/>
                  <a:gd name="T74" fmla="*/ 123 w 182"/>
                  <a:gd name="T75" fmla="*/ 203 h 213"/>
                  <a:gd name="T76" fmla="*/ 130 w 182"/>
                  <a:gd name="T77" fmla="*/ 199 h 213"/>
                  <a:gd name="T78" fmla="*/ 136 w 182"/>
                  <a:gd name="T79" fmla="*/ 195 h 213"/>
                  <a:gd name="T80" fmla="*/ 142 w 182"/>
                  <a:gd name="T81" fmla="*/ 191 h 213"/>
                  <a:gd name="T82" fmla="*/ 158 w 182"/>
                  <a:gd name="T83" fmla="*/ 176 h 213"/>
                  <a:gd name="T84" fmla="*/ 169 w 182"/>
                  <a:gd name="T85" fmla="*/ 161 h 213"/>
                  <a:gd name="T86" fmla="*/ 176 w 182"/>
                  <a:gd name="T87" fmla="*/ 144 h 213"/>
                  <a:gd name="T88" fmla="*/ 179 w 182"/>
                  <a:gd name="T89" fmla="*/ 128 h 213"/>
                  <a:gd name="T90" fmla="*/ 181 w 182"/>
                  <a:gd name="T91" fmla="*/ 111 h 213"/>
                  <a:gd name="T92" fmla="*/ 181 w 182"/>
                  <a:gd name="T93" fmla="*/ 95 h 213"/>
                  <a:gd name="T94" fmla="*/ 182 w 182"/>
                  <a:gd name="T95" fmla="*/ 79 h 213"/>
                  <a:gd name="T96" fmla="*/ 173 w 182"/>
                  <a:gd name="T97" fmla="*/ 46 h 213"/>
                  <a:gd name="T98" fmla="*/ 156 w 182"/>
                  <a:gd name="T99" fmla="*/ 21 h 213"/>
                  <a:gd name="T100" fmla="*/ 151 w 182"/>
                  <a:gd name="T101" fmla="*/ 18 h 213"/>
                  <a:gd name="T102" fmla="*/ 147 w 182"/>
                  <a:gd name="T103" fmla="*/ 15 h 213"/>
                  <a:gd name="T104" fmla="*/ 142 w 182"/>
                  <a:gd name="T105" fmla="*/ 13 h 213"/>
                  <a:gd name="T106" fmla="*/ 138 w 182"/>
                  <a:gd name="T107" fmla="*/ 11 h 213"/>
                  <a:gd name="T108" fmla="*/ 132 w 182"/>
                  <a:gd name="T109" fmla="*/ 9 h 213"/>
                  <a:gd name="T110" fmla="*/ 126 w 182"/>
                  <a:gd name="T111" fmla="*/ 6 h 213"/>
                  <a:gd name="T112" fmla="*/ 119 w 182"/>
                  <a:gd name="T113" fmla="*/ 3 h 213"/>
                  <a:gd name="T114" fmla="*/ 109 w 182"/>
                  <a:gd name="T11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36" name="Freeform 12">
                <a:extLst>
                  <a:ext uri="{FF2B5EF4-FFF2-40B4-BE49-F238E27FC236}">
                    <a16:creationId xmlns:a16="http://schemas.microsoft.com/office/drawing/2014/main" id="{DBA8D7EA-7AC7-4B64-A970-562DDBF86A54}"/>
                  </a:ext>
                </a:extLst>
              </p:cNvPr>
              <p:cNvSpPr>
                <a:spLocks noChangeArrowheads="1"/>
              </p:cNvSpPr>
              <p:nvPr userDrawn="1"/>
            </p:nvSpPr>
            <p:spPr bwMode="auto">
              <a:xfrm rot="373331" flipH="1">
                <a:off x="121" y="2907"/>
                <a:ext cx="93" cy="156"/>
              </a:xfrm>
              <a:custGeom>
                <a:avLst/>
                <a:gdLst>
                  <a:gd name="T0" fmla="*/ 94 w 128"/>
                  <a:gd name="T1" fmla="*/ 0 h 217"/>
                  <a:gd name="T2" fmla="*/ 105 w 128"/>
                  <a:gd name="T3" fmla="*/ 9 h 217"/>
                  <a:gd name="T4" fmla="*/ 115 w 128"/>
                  <a:gd name="T5" fmla="*/ 27 h 217"/>
                  <a:gd name="T6" fmla="*/ 123 w 128"/>
                  <a:gd name="T7" fmla="*/ 50 h 217"/>
                  <a:gd name="T8" fmla="*/ 128 w 128"/>
                  <a:gd name="T9" fmla="*/ 78 h 217"/>
                  <a:gd name="T10" fmla="*/ 127 w 128"/>
                  <a:gd name="T11" fmla="*/ 111 h 217"/>
                  <a:gd name="T12" fmla="*/ 116 w 128"/>
                  <a:gd name="T13" fmla="*/ 145 h 217"/>
                  <a:gd name="T14" fmla="*/ 94 w 128"/>
                  <a:gd name="T15" fmla="*/ 181 h 217"/>
                  <a:gd name="T16" fmla="*/ 60 w 128"/>
                  <a:gd name="T17" fmla="*/ 217 h 217"/>
                  <a:gd name="T18" fmla="*/ 49 w 128"/>
                  <a:gd name="T19" fmla="*/ 213 h 217"/>
                  <a:gd name="T20" fmla="*/ 38 w 128"/>
                  <a:gd name="T21" fmla="*/ 210 h 217"/>
                  <a:gd name="T22" fmla="*/ 26 w 128"/>
                  <a:gd name="T23" fmla="*/ 205 h 217"/>
                  <a:gd name="T24" fmla="*/ 16 w 128"/>
                  <a:gd name="T25" fmla="*/ 201 h 217"/>
                  <a:gd name="T26" fmla="*/ 8 w 128"/>
                  <a:gd name="T27" fmla="*/ 196 h 217"/>
                  <a:gd name="T28" fmla="*/ 2 w 128"/>
                  <a:gd name="T29" fmla="*/ 190 h 217"/>
                  <a:gd name="T30" fmla="*/ 0 w 128"/>
                  <a:gd name="T31" fmla="*/ 183 h 217"/>
                  <a:gd name="T32" fmla="*/ 1 w 128"/>
                  <a:gd name="T33" fmla="*/ 178 h 217"/>
                  <a:gd name="T34" fmla="*/ 13 w 128"/>
                  <a:gd name="T35" fmla="*/ 171 h 217"/>
                  <a:gd name="T36" fmla="*/ 29 w 128"/>
                  <a:gd name="T37" fmla="*/ 161 h 217"/>
                  <a:gd name="T38" fmla="*/ 46 w 128"/>
                  <a:gd name="T39" fmla="*/ 150 h 217"/>
                  <a:gd name="T40" fmla="*/ 63 w 128"/>
                  <a:gd name="T41" fmla="*/ 134 h 217"/>
                  <a:gd name="T42" fmla="*/ 79 w 128"/>
                  <a:gd name="T43" fmla="*/ 112 h 217"/>
                  <a:gd name="T44" fmla="*/ 91 w 128"/>
                  <a:gd name="T45" fmla="*/ 83 h 217"/>
                  <a:gd name="T46" fmla="*/ 97 w 128"/>
                  <a:gd name="T47" fmla="*/ 46 h 217"/>
                  <a:gd name="T48" fmla="*/ 94 w 128"/>
                  <a:gd name="T49"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37" name="Freeform 13">
                <a:extLst>
                  <a:ext uri="{FF2B5EF4-FFF2-40B4-BE49-F238E27FC236}">
                    <a16:creationId xmlns:a16="http://schemas.microsoft.com/office/drawing/2014/main" id="{EBBE1BED-4D0F-47DB-9649-7C6D33B34000}"/>
                  </a:ext>
                </a:extLst>
              </p:cNvPr>
              <p:cNvSpPr>
                <a:spLocks noChangeArrowheads="1"/>
              </p:cNvSpPr>
              <p:nvPr userDrawn="1"/>
            </p:nvSpPr>
            <p:spPr bwMode="auto">
              <a:xfrm rot="373331" flipH="1">
                <a:off x="313" y="3110"/>
                <a:ext cx="85" cy="93"/>
              </a:xfrm>
              <a:custGeom>
                <a:avLst/>
                <a:gdLst>
                  <a:gd name="T0" fmla="*/ 75 w 117"/>
                  <a:gd name="T1" fmla="*/ 0 h 132"/>
                  <a:gd name="T2" fmla="*/ 0 w 117"/>
                  <a:gd name="T3" fmla="*/ 25 h 132"/>
                  <a:gd name="T4" fmla="*/ 3 w 117"/>
                  <a:gd name="T5" fmla="*/ 26 h 132"/>
                  <a:gd name="T6" fmla="*/ 14 w 117"/>
                  <a:gd name="T7" fmla="*/ 29 h 132"/>
                  <a:gd name="T8" fmla="*/ 29 w 117"/>
                  <a:gd name="T9" fmla="*/ 36 h 132"/>
                  <a:gd name="T10" fmla="*/ 46 w 117"/>
                  <a:gd name="T11" fmla="*/ 47 h 132"/>
                  <a:gd name="T12" fmla="*/ 66 w 117"/>
                  <a:gd name="T13" fmla="*/ 62 h 132"/>
                  <a:gd name="T14" fmla="*/ 84 w 117"/>
                  <a:gd name="T15" fmla="*/ 80 h 132"/>
                  <a:gd name="T16" fmla="*/ 102 w 117"/>
                  <a:gd name="T17" fmla="*/ 103 h 132"/>
                  <a:gd name="T18" fmla="*/ 116 w 117"/>
                  <a:gd name="T19" fmla="*/ 132 h 132"/>
                  <a:gd name="T20" fmla="*/ 117 w 117"/>
                  <a:gd name="T21" fmla="*/ 120 h 132"/>
                  <a:gd name="T22" fmla="*/ 115 w 117"/>
                  <a:gd name="T23" fmla="*/ 107 h 132"/>
                  <a:gd name="T24" fmla="*/ 108 w 117"/>
                  <a:gd name="T25" fmla="*/ 90 h 132"/>
                  <a:gd name="T26" fmla="*/ 99 w 117"/>
                  <a:gd name="T27" fmla="*/ 74 h 132"/>
                  <a:gd name="T28" fmla="*/ 89 w 117"/>
                  <a:gd name="T29" fmla="*/ 58 h 132"/>
                  <a:gd name="T30" fmla="*/ 78 w 117"/>
                  <a:gd name="T31" fmla="*/ 45 h 132"/>
                  <a:gd name="T32" fmla="*/ 67 w 117"/>
                  <a:gd name="T33" fmla="*/ 36 h 132"/>
                  <a:gd name="T34" fmla="*/ 58 w 117"/>
                  <a:gd name="T35" fmla="*/ 32 h 132"/>
                  <a:gd name="T36" fmla="*/ 69 w 117"/>
                  <a:gd name="T37" fmla="*/ 29 h 132"/>
                  <a:gd name="T38" fmla="*/ 79 w 117"/>
                  <a:gd name="T39" fmla="*/ 28 h 132"/>
                  <a:gd name="T40" fmla="*/ 89 w 117"/>
                  <a:gd name="T41" fmla="*/ 26 h 132"/>
                  <a:gd name="T42" fmla="*/ 98 w 117"/>
                  <a:gd name="T43" fmla="*/ 25 h 132"/>
                  <a:gd name="T44" fmla="*/ 105 w 117"/>
                  <a:gd name="T45" fmla="*/ 24 h 132"/>
                  <a:gd name="T46" fmla="*/ 109 w 117"/>
                  <a:gd name="T47" fmla="*/ 22 h 132"/>
                  <a:gd name="T48" fmla="*/ 113 w 117"/>
                  <a:gd name="T49" fmla="*/ 21 h 132"/>
                  <a:gd name="T50" fmla="*/ 114 w 117"/>
                  <a:gd name="T51" fmla="*/ 21 h 132"/>
                  <a:gd name="T52" fmla="*/ 75 w 117"/>
                  <a:gd name="T53"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38" name="Freeform 14">
                <a:extLst>
                  <a:ext uri="{FF2B5EF4-FFF2-40B4-BE49-F238E27FC236}">
                    <a16:creationId xmlns:a16="http://schemas.microsoft.com/office/drawing/2014/main" id="{0AFA0952-3798-4605-A305-D89946E67F89}"/>
                  </a:ext>
                </a:extLst>
              </p:cNvPr>
              <p:cNvSpPr>
                <a:spLocks noChangeArrowheads="1"/>
              </p:cNvSpPr>
              <p:nvPr userDrawn="1"/>
            </p:nvSpPr>
            <p:spPr bwMode="auto">
              <a:xfrm rot="373331" flipH="1">
                <a:off x="289" y="3134"/>
                <a:ext cx="21" cy="55"/>
              </a:xfrm>
              <a:custGeom>
                <a:avLst/>
                <a:gdLst>
                  <a:gd name="T0" fmla="*/ 29 w 29"/>
                  <a:gd name="T1" fmla="*/ 0 h 77"/>
                  <a:gd name="T2" fmla="*/ 23 w 29"/>
                  <a:gd name="T3" fmla="*/ 0 h 77"/>
                  <a:gd name="T4" fmla="*/ 16 w 29"/>
                  <a:gd name="T5" fmla="*/ 4 h 77"/>
                  <a:gd name="T6" fmla="*/ 9 w 29"/>
                  <a:gd name="T7" fmla="*/ 9 h 77"/>
                  <a:gd name="T8" fmla="*/ 4 w 29"/>
                  <a:gd name="T9" fmla="*/ 19 h 77"/>
                  <a:gd name="T10" fmla="*/ 1 w 29"/>
                  <a:gd name="T11" fmla="*/ 30 h 77"/>
                  <a:gd name="T12" fmla="*/ 0 w 29"/>
                  <a:gd name="T13" fmla="*/ 44 h 77"/>
                  <a:gd name="T14" fmla="*/ 3 w 29"/>
                  <a:gd name="T15" fmla="*/ 60 h 77"/>
                  <a:gd name="T16" fmla="*/ 11 w 29"/>
                  <a:gd name="T17" fmla="*/ 77 h 77"/>
                  <a:gd name="T18" fmla="*/ 15 w 29"/>
                  <a:gd name="T19" fmla="*/ 53 h 77"/>
                  <a:gd name="T20" fmla="*/ 19 w 29"/>
                  <a:gd name="T21" fmla="*/ 37 h 77"/>
                  <a:gd name="T22" fmla="*/ 23 w 29"/>
                  <a:gd name="T23" fmla="*/ 22 h 77"/>
                  <a:gd name="T24" fmla="*/ 29 w 29"/>
                  <a:gd name="T25"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nvGrpSpPr>
              <p:cNvPr id="1039" name="Group 15">
                <a:extLst>
                  <a:ext uri="{FF2B5EF4-FFF2-40B4-BE49-F238E27FC236}">
                    <a16:creationId xmlns:a16="http://schemas.microsoft.com/office/drawing/2014/main" id="{5604343A-D1DB-4768-A886-38E67D193A73}"/>
                  </a:ext>
                </a:extLst>
              </p:cNvPr>
              <p:cNvGrpSpPr>
                <a:grpSpLocks/>
              </p:cNvGrpSpPr>
              <p:nvPr userDrawn="1"/>
            </p:nvGrpSpPr>
            <p:grpSpPr bwMode="auto">
              <a:xfrm rot="10886446" flipH="1">
                <a:off x="335" y="3251"/>
                <a:ext cx="608" cy="369"/>
                <a:chOff x="-366" y="1704"/>
                <a:chExt cx="608" cy="369"/>
              </a:xfrm>
            </p:grpSpPr>
            <p:sp>
              <p:nvSpPr>
                <p:cNvPr id="1040" name="Freeform 16">
                  <a:extLst>
                    <a:ext uri="{FF2B5EF4-FFF2-40B4-BE49-F238E27FC236}">
                      <a16:creationId xmlns:a16="http://schemas.microsoft.com/office/drawing/2014/main" id="{D57C95A9-728D-4A7F-9C97-D680B38DAD7D}"/>
                    </a:ext>
                  </a:extLst>
                </p:cNvPr>
                <p:cNvSpPr>
                  <a:spLocks noChangeArrowheads="1"/>
                </p:cNvSpPr>
                <p:nvPr userDrawn="1"/>
              </p:nvSpPr>
              <p:spPr bwMode="auto">
                <a:xfrm rot="4200091">
                  <a:off x="-243" y="1806"/>
                  <a:ext cx="143" cy="390"/>
                </a:xfrm>
                <a:custGeom>
                  <a:avLst/>
                  <a:gdLst>
                    <a:gd name="T0" fmla="*/ 12 w 207"/>
                    <a:gd name="T1" fmla="*/ 44 h 564"/>
                    <a:gd name="T2" fmla="*/ 6 w 207"/>
                    <a:gd name="T3" fmla="*/ 72 h 564"/>
                    <a:gd name="T4" fmla="*/ 3 w 207"/>
                    <a:gd name="T5" fmla="*/ 99 h 564"/>
                    <a:gd name="T6" fmla="*/ 0 w 207"/>
                    <a:gd name="T7" fmla="*/ 125 h 564"/>
                    <a:gd name="T8" fmla="*/ 0 w 207"/>
                    <a:gd name="T9" fmla="*/ 151 h 564"/>
                    <a:gd name="T10" fmla="*/ 3 w 207"/>
                    <a:gd name="T11" fmla="*/ 180 h 564"/>
                    <a:gd name="T12" fmla="*/ 7 w 207"/>
                    <a:gd name="T13" fmla="*/ 211 h 564"/>
                    <a:gd name="T14" fmla="*/ 16 w 207"/>
                    <a:gd name="T15" fmla="*/ 247 h 564"/>
                    <a:gd name="T16" fmla="*/ 29 w 207"/>
                    <a:gd name="T17" fmla="*/ 287 h 564"/>
                    <a:gd name="T18" fmla="*/ 43 w 207"/>
                    <a:gd name="T19" fmla="*/ 325 h 564"/>
                    <a:gd name="T20" fmla="*/ 61 w 207"/>
                    <a:gd name="T21" fmla="*/ 364 h 564"/>
                    <a:gd name="T22" fmla="*/ 83 w 207"/>
                    <a:gd name="T23" fmla="*/ 406 h 564"/>
                    <a:gd name="T24" fmla="*/ 106 w 207"/>
                    <a:gd name="T25" fmla="*/ 446 h 564"/>
                    <a:gd name="T26" fmla="*/ 132 w 207"/>
                    <a:gd name="T27" fmla="*/ 483 h 564"/>
                    <a:gd name="T28" fmla="*/ 157 w 207"/>
                    <a:gd name="T29" fmla="*/ 516 h 564"/>
                    <a:gd name="T30" fmla="*/ 182 w 207"/>
                    <a:gd name="T31" fmla="*/ 544 h 564"/>
                    <a:gd name="T32" fmla="*/ 207 w 207"/>
                    <a:gd name="T33" fmla="*/ 564 h 564"/>
                    <a:gd name="T34" fmla="*/ 160 w 207"/>
                    <a:gd name="T35" fmla="*/ 501 h 564"/>
                    <a:gd name="T36" fmla="*/ 127 w 207"/>
                    <a:gd name="T37" fmla="*/ 448 h 564"/>
                    <a:gd name="T38" fmla="*/ 103 w 207"/>
                    <a:gd name="T39" fmla="*/ 405 h 564"/>
                    <a:gd name="T40" fmla="*/ 87 w 207"/>
                    <a:gd name="T41" fmla="*/ 368 h 564"/>
                    <a:gd name="T42" fmla="*/ 75 w 207"/>
                    <a:gd name="T43" fmla="*/ 337 h 564"/>
                    <a:gd name="T44" fmla="*/ 68 w 207"/>
                    <a:gd name="T45" fmla="*/ 309 h 564"/>
                    <a:gd name="T46" fmla="*/ 63 w 207"/>
                    <a:gd name="T47" fmla="*/ 285 h 564"/>
                    <a:gd name="T48" fmla="*/ 56 w 207"/>
                    <a:gd name="T49" fmla="*/ 261 h 564"/>
                    <a:gd name="T50" fmla="*/ 44 w 207"/>
                    <a:gd name="T51" fmla="*/ 205 h 564"/>
                    <a:gd name="T52" fmla="*/ 41 w 207"/>
                    <a:gd name="T53" fmla="*/ 140 h 564"/>
                    <a:gd name="T54" fmla="*/ 43 w 207"/>
                    <a:gd name="T55" fmla="*/ 68 h 564"/>
                    <a:gd name="T56" fmla="*/ 50 w 207"/>
                    <a:gd name="T57" fmla="*/ 0 h 564"/>
                    <a:gd name="T58" fmla="*/ 12 w 207"/>
                    <a:gd name="T59" fmla="*/ 44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41" name="Freeform 17">
                  <a:extLst>
                    <a:ext uri="{FF2B5EF4-FFF2-40B4-BE49-F238E27FC236}">
                      <a16:creationId xmlns:a16="http://schemas.microsoft.com/office/drawing/2014/main" id="{E17B170E-3A9B-4055-AEEC-1D7953A174CE}"/>
                    </a:ext>
                  </a:extLst>
                </p:cNvPr>
                <p:cNvSpPr>
                  <a:spLocks noChangeArrowheads="1"/>
                </p:cNvSpPr>
                <p:nvPr userDrawn="1"/>
              </p:nvSpPr>
              <p:spPr bwMode="auto">
                <a:xfrm rot="4200091">
                  <a:off x="123" y="1760"/>
                  <a:ext cx="33" cy="160"/>
                </a:xfrm>
                <a:custGeom>
                  <a:avLst/>
                  <a:gdLst>
                    <a:gd name="T0" fmla="*/ 0 w 47"/>
                    <a:gd name="T1" fmla="*/ 19 h 232"/>
                    <a:gd name="T2" fmla="*/ 14 w 47"/>
                    <a:gd name="T3" fmla="*/ 55 h 232"/>
                    <a:gd name="T4" fmla="*/ 22 w 47"/>
                    <a:gd name="T5" fmla="*/ 101 h 232"/>
                    <a:gd name="T6" fmla="*/ 24 w 47"/>
                    <a:gd name="T7" fmla="*/ 159 h 232"/>
                    <a:gd name="T8" fmla="*/ 19 w 47"/>
                    <a:gd name="T9" fmla="*/ 232 h 232"/>
                    <a:gd name="T10" fmla="*/ 45 w 47"/>
                    <a:gd name="T11" fmla="*/ 217 h 232"/>
                    <a:gd name="T12" fmla="*/ 47 w 47"/>
                    <a:gd name="T13" fmla="*/ 178 h 232"/>
                    <a:gd name="T14" fmla="*/ 47 w 47"/>
                    <a:gd name="T15" fmla="*/ 140 h 232"/>
                    <a:gd name="T16" fmla="*/ 45 w 47"/>
                    <a:gd name="T17" fmla="*/ 103 h 232"/>
                    <a:gd name="T18" fmla="*/ 41 w 47"/>
                    <a:gd name="T19" fmla="*/ 71 h 232"/>
                    <a:gd name="T20" fmla="*/ 36 w 47"/>
                    <a:gd name="T21" fmla="*/ 52 h 232"/>
                    <a:gd name="T22" fmla="*/ 29 w 47"/>
                    <a:gd name="T23" fmla="*/ 34 h 232"/>
                    <a:gd name="T24" fmla="*/ 22 w 47"/>
                    <a:gd name="T25" fmla="*/ 17 h 232"/>
                    <a:gd name="T26" fmla="*/ 13 w 47"/>
                    <a:gd name="T27" fmla="*/ 0 h 232"/>
                    <a:gd name="T28" fmla="*/ 0 w 47"/>
                    <a:gd name="T29" fmla="*/ 1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42" name="Freeform 18">
                  <a:extLst>
                    <a:ext uri="{FF2B5EF4-FFF2-40B4-BE49-F238E27FC236}">
                      <a16:creationId xmlns:a16="http://schemas.microsoft.com/office/drawing/2014/main" id="{91EB7656-F151-4875-9ECA-EB5AA7CDFF4A}"/>
                    </a:ext>
                  </a:extLst>
                </p:cNvPr>
                <p:cNvSpPr>
                  <a:spLocks noChangeArrowheads="1"/>
                </p:cNvSpPr>
                <p:nvPr userDrawn="1"/>
              </p:nvSpPr>
              <p:spPr bwMode="auto">
                <a:xfrm rot="4200091">
                  <a:off x="196" y="1720"/>
                  <a:ext cx="60" cy="27"/>
                </a:xfrm>
                <a:custGeom>
                  <a:avLst/>
                  <a:gdLst>
                    <a:gd name="T0" fmla="*/ 87 w 87"/>
                    <a:gd name="T1" fmla="*/ 22 h 40"/>
                    <a:gd name="T2" fmla="*/ 77 w 87"/>
                    <a:gd name="T3" fmla="*/ 17 h 40"/>
                    <a:gd name="T4" fmla="*/ 68 w 87"/>
                    <a:gd name="T5" fmla="*/ 12 h 40"/>
                    <a:gd name="T6" fmla="*/ 58 w 87"/>
                    <a:gd name="T7" fmla="*/ 7 h 40"/>
                    <a:gd name="T8" fmla="*/ 47 w 87"/>
                    <a:gd name="T9" fmla="*/ 5 h 40"/>
                    <a:gd name="T10" fmla="*/ 37 w 87"/>
                    <a:gd name="T11" fmla="*/ 3 h 40"/>
                    <a:gd name="T12" fmla="*/ 26 w 87"/>
                    <a:gd name="T13" fmla="*/ 2 h 40"/>
                    <a:gd name="T14" fmla="*/ 13 w 87"/>
                    <a:gd name="T15" fmla="*/ 0 h 40"/>
                    <a:gd name="T16" fmla="*/ 0 w 87"/>
                    <a:gd name="T17" fmla="*/ 2 h 40"/>
                    <a:gd name="T18" fmla="*/ 6 w 87"/>
                    <a:gd name="T19" fmla="*/ 6 h 40"/>
                    <a:gd name="T20" fmla="*/ 14 w 87"/>
                    <a:gd name="T21" fmla="*/ 10 h 40"/>
                    <a:gd name="T22" fmla="*/ 22 w 87"/>
                    <a:gd name="T23" fmla="*/ 14 h 40"/>
                    <a:gd name="T24" fmla="*/ 33 w 87"/>
                    <a:gd name="T25" fmla="*/ 18 h 40"/>
                    <a:gd name="T26" fmla="*/ 42 w 87"/>
                    <a:gd name="T27" fmla="*/ 22 h 40"/>
                    <a:gd name="T28" fmla="*/ 52 w 87"/>
                    <a:gd name="T29" fmla="*/ 27 h 40"/>
                    <a:gd name="T30" fmla="*/ 64 w 87"/>
                    <a:gd name="T31" fmla="*/ 33 h 40"/>
                    <a:gd name="T32" fmla="*/ 74 w 87"/>
                    <a:gd name="T33" fmla="*/ 40 h 40"/>
                    <a:gd name="T34" fmla="*/ 87 w 87"/>
                    <a:gd name="T35"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grpSp>
          <p:nvGrpSpPr>
            <p:cNvPr id="1043" name="Group 19">
              <a:extLst>
                <a:ext uri="{FF2B5EF4-FFF2-40B4-BE49-F238E27FC236}">
                  <a16:creationId xmlns:a16="http://schemas.microsoft.com/office/drawing/2014/main" id="{0BE864A6-CA7B-4651-8401-DE7FE0C7A9DB}"/>
                </a:ext>
              </a:extLst>
            </p:cNvPr>
            <p:cNvGrpSpPr>
              <a:grpSpLocks/>
            </p:cNvGrpSpPr>
            <p:nvPr/>
          </p:nvGrpSpPr>
          <p:grpSpPr bwMode="auto">
            <a:xfrm rot="6248562">
              <a:off x="343" y="3854"/>
              <a:ext cx="392" cy="424"/>
              <a:chOff x="1727" y="866"/>
              <a:chExt cx="129" cy="157"/>
            </a:xfrm>
          </p:grpSpPr>
          <p:sp>
            <p:nvSpPr>
              <p:cNvPr id="1044" name="Freeform 20">
                <a:extLst>
                  <a:ext uri="{FF2B5EF4-FFF2-40B4-BE49-F238E27FC236}">
                    <a16:creationId xmlns:a16="http://schemas.microsoft.com/office/drawing/2014/main" id="{B00D67DC-8E6E-48C6-9D79-378C156C03F7}"/>
                  </a:ext>
                </a:extLst>
              </p:cNvPr>
              <p:cNvSpPr>
                <a:spLocks noChangeArrowheads="1"/>
              </p:cNvSpPr>
              <p:nvPr userDrawn="1"/>
            </p:nvSpPr>
            <p:spPr bwMode="auto">
              <a:xfrm>
                <a:off x="1727" y="867"/>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45" name="Freeform 21">
                <a:extLst>
                  <a:ext uri="{FF2B5EF4-FFF2-40B4-BE49-F238E27FC236}">
                    <a16:creationId xmlns:a16="http://schemas.microsoft.com/office/drawing/2014/main" id="{DA118D76-A09E-4D35-BB26-A8DD28FCB392}"/>
                  </a:ext>
                </a:extLst>
              </p:cNvPr>
              <p:cNvSpPr>
                <a:spLocks noChangeArrowheads="1"/>
              </p:cNvSpPr>
              <p:nvPr userDrawn="1"/>
            </p:nvSpPr>
            <p:spPr bwMode="auto">
              <a:xfrm>
                <a:off x="1786" y="895"/>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46" name="Freeform 22">
                <a:extLst>
                  <a:ext uri="{FF2B5EF4-FFF2-40B4-BE49-F238E27FC236}">
                    <a16:creationId xmlns:a16="http://schemas.microsoft.com/office/drawing/2014/main" id="{F0B8CF9B-F826-47E5-B6EE-F79FF0022600}"/>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nvGrpSpPr>
            <p:cNvPr id="1047" name="Group 23">
              <a:extLst>
                <a:ext uri="{FF2B5EF4-FFF2-40B4-BE49-F238E27FC236}">
                  <a16:creationId xmlns:a16="http://schemas.microsoft.com/office/drawing/2014/main" id="{7CA2CEFE-B17A-44BA-8457-F359D9F2A64B}"/>
                </a:ext>
              </a:extLst>
            </p:cNvPr>
            <p:cNvGrpSpPr>
              <a:grpSpLocks/>
            </p:cNvGrpSpPr>
            <p:nvPr/>
          </p:nvGrpSpPr>
          <p:grpSpPr bwMode="auto">
            <a:xfrm rot="5003157">
              <a:off x="249" y="1102"/>
              <a:ext cx="412" cy="500"/>
              <a:chOff x="1727" y="866"/>
              <a:chExt cx="129" cy="157"/>
            </a:xfrm>
          </p:grpSpPr>
          <p:sp>
            <p:nvSpPr>
              <p:cNvPr id="1048" name="Freeform 24">
                <a:extLst>
                  <a:ext uri="{FF2B5EF4-FFF2-40B4-BE49-F238E27FC236}">
                    <a16:creationId xmlns:a16="http://schemas.microsoft.com/office/drawing/2014/main" id="{BD5C3B43-3C67-402D-AB22-54AC2D7A6097}"/>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49" name="Freeform 25">
                <a:extLst>
                  <a:ext uri="{FF2B5EF4-FFF2-40B4-BE49-F238E27FC236}">
                    <a16:creationId xmlns:a16="http://schemas.microsoft.com/office/drawing/2014/main" id="{02C98F6D-D96C-4439-B9CF-2221350ED331}"/>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0" name="Freeform 26">
                <a:extLst>
                  <a:ext uri="{FF2B5EF4-FFF2-40B4-BE49-F238E27FC236}">
                    <a16:creationId xmlns:a16="http://schemas.microsoft.com/office/drawing/2014/main" id="{C1BAAD64-8B88-4862-AEE8-AA23B5616A2A}"/>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grpSp>
          <p:nvGrpSpPr>
            <p:cNvPr id="1051" name="Group 27">
              <a:extLst>
                <a:ext uri="{FF2B5EF4-FFF2-40B4-BE49-F238E27FC236}">
                  <a16:creationId xmlns:a16="http://schemas.microsoft.com/office/drawing/2014/main" id="{AE773B09-A726-4085-BE99-DF7C8728550C}"/>
                </a:ext>
              </a:extLst>
            </p:cNvPr>
            <p:cNvGrpSpPr>
              <a:grpSpLocks/>
            </p:cNvGrpSpPr>
            <p:nvPr/>
          </p:nvGrpSpPr>
          <p:grpSpPr bwMode="auto">
            <a:xfrm>
              <a:off x="815" y="0"/>
              <a:ext cx="345" cy="367"/>
              <a:chOff x="1727" y="866"/>
              <a:chExt cx="129" cy="157"/>
            </a:xfrm>
          </p:grpSpPr>
          <p:sp>
            <p:nvSpPr>
              <p:cNvPr id="1052" name="Freeform 28">
                <a:extLst>
                  <a:ext uri="{FF2B5EF4-FFF2-40B4-BE49-F238E27FC236}">
                    <a16:creationId xmlns:a16="http://schemas.microsoft.com/office/drawing/2014/main" id="{B16A6B8D-13CB-442F-A2D0-CD79C69D0EFF}"/>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3" name="Freeform 29">
                <a:extLst>
                  <a:ext uri="{FF2B5EF4-FFF2-40B4-BE49-F238E27FC236}">
                    <a16:creationId xmlns:a16="http://schemas.microsoft.com/office/drawing/2014/main" id="{514356B7-6CD1-46F4-9D68-9BF4B1C45ADC}"/>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4" name="Freeform 30">
                <a:extLst>
                  <a:ext uri="{FF2B5EF4-FFF2-40B4-BE49-F238E27FC236}">
                    <a16:creationId xmlns:a16="http://schemas.microsoft.com/office/drawing/2014/main" id="{98EBCEC5-D05C-41E7-AA1B-AC1D72DE7D35}"/>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sp>
          <p:nvSpPr>
            <p:cNvPr id="1055" name="Freeform 31">
              <a:extLst>
                <a:ext uri="{FF2B5EF4-FFF2-40B4-BE49-F238E27FC236}">
                  <a16:creationId xmlns:a16="http://schemas.microsoft.com/office/drawing/2014/main" id="{51D49194-47A9-47A5-A751-498CDD798691}"/>
                </a:ext>
              </a:extLst>
            </p:cNvPr>
            <p:cNvSpPr>
              <a:spLocks noChangeArrowheads="1"/>
            </p:cNvSpPr>
            <p:nvPr/>
          </p:nvSpPr>
          <p:spPr bwMode="auto">
            <a:xfrm>
              <a:off x="87"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6" name="Freeform 32">
              <a:extLst>
                <a:ext uri="{FF2B5EF4-FFF2-40B4-BE49-F238E27FC236}">
                  <a16:creationId xmlns:a16="http://schemas.microsoft.com/office/drawing/2014/main" id="{293DA76E-4A2F-42D4-B0A3-2BE084232B6D}"/>
                </a:ext>
              </a:extLst>
            </p:cNvPr>
            <p:cNvSpPr>
              <a:spLocks noChangeArrowheads="1"/>
            </p:cNvSpPr>
            <p:nvPr/>
          </p:nvSpPr>
          <p:spPr bwMode="auto">
            <a:xfrm rot="828663">
              <a:off x="242" y="3404"/>
              <a:ext cx="132" cy="167"/>
            </a:xfrm>
            <a:custGeom>
              <a:avLst/>
              <a:gdLst>
                <a:gd name="T0" fmla="*/ 0 w 109"/>
                <a:gd name="T1" fmla="*/ 0 h 156"/>
                <a:gd name="T2" fmla="*/ 5 w 109"/>
                <a:gd name="T3" fmla="*/ 1 h 156"/>
                <a:gd name="T4" fmla="*/ 18 w 109"/>
                <a:gd name="T5" fmla="*/ 5 h 156"/>
                <a:gd name="T6" fmla="*/ 37 w 109"/>
                <a:gd name="T7" fmla="*/ 12 h 156"/>
                <a:gd name="T8" fmla="*/ 58 w 109"/>
                <a:gd name="T9" fmla="*/ 24 h 156"/>
                <a:gd name="T10" fmla="*/ 78 w 109"/>
                <a:gd name="T11" fmla="*/ 44 h 156"/>
                <a:gd name="T12" fmla="*/ 96 w 109"/>
                <a:gd name="T13" fmla="*/ 71 h 156"/>
                <a:gd name="T14" fmla="*/ 107 w 109"/>
                <a:gd name="T15" fmla="*/ 108 h 156"/>
                <a:gd name="T16" fmla="*/ 109 w 109"/>
                <a:gd name="T17" fmla="*/ 156 h 156"/>
                <a:gd name="T18" fmla="*/ 105 w 109"/>
                <a:gd name="T19" fmla="*/ 156 h 156"/>
                <a:gd name="T20" fmla="*/ 99 w 109"/>
                <a:gd name="T21" fmla="*/ 156 h 156"/>
                <a:gd name="T22" fmla="*/ 93 w 109"/>
                <a:gd name="T23" fmla="*/ 156 h 156"/>
                <a:gd name="T24" fmla="*/ 87 w 109"/>
                <a:gd name="T25" fmla="*/ 154 h 156"/>
                <a:gd name="T26" fmla="*/ 81 w 109"/>
                <a:gd name="T27" fmla="*/ 153 h 156"/>
                <a:gd name="T28" fmla="*/ 74 w 109"/>
                <a:gd name="T29" fmla="*/ 150 h 156"/>
                <a:gd name="T30" fmla="*/ 66 w 109"/>
                <a:gd name="T31" fmla="*/ 145 h 156"/>
                <a:gd name="T32" fmla="*/ 58 w 109"/>
                <a:gd name="T33" fmla="*/ 139 h 156"/>
                <a:gd name="T34" fmla="*/ 53 w 109"/>
                <a:gd name="T35" fmla="*/ 126 h 156"/>
                <a:gd name="T36" fmla="*/ 53 w 109"/>
                <a:gd name="T37" fmla="*/ 111 h 156"/>
                <a:gd name="T38" fmla="*/ 56 w 109"/>
                <a:gd name="T39" fmla="*/ 96 h 156"/>
                <a:gd name="T40" fmla="*/ 59 w 109"/>
                <a:gd name="T41" fmla="*/ 80 h 156"/>
                <a:gd name="T42" fmla="*/ 56 w 109"/>
                <a:gd name="T43" fmla="*/ 62 h 156"/>
                <a:gd name="T44" fmla="*/ 48 w 109"/>
                <a:gd name="T45" fmla="*/ 43 h 156"/>
                <a:gd name="T46" fmla="*/ 31 w 109"/>
                <a:gd name="T47" fmla="*/ 23 h 156"/>
                <a:gd name="T48" fmla="*/ 0 w 109"/>
                <a:gd name="T49"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7" name="Freeform 33">
              <a:extLst>
                <a:ext uri="{FF2B5EF4-FFF2-40B4-BE49-F238E27FC236}">
                  <a16:creationId xmlns:a16="http://schemas.microsoft.com/office/drawing/2014/main" id="{0CD33FD5-D814-4ABD-9A7C-5104FCBC2497}"/>
                </a:ext>
              </a:extLst>
            </p:cNvPr>
            <p:cNvSpPr>
              <a:spLocks noChangeArrowheads="1"/>
            </p:cNvSpPr>
            <p:nvPr/>
          </p:nvSpPr>
          <p:spPr bwMode="auto">
            <a:xfrm rot="828663">
              <a:off x="266" y="3592"/>
              <a:ext cx="66" cy="43"/>
            </a:xfrm>
            <a:custGeom>
              <a:avLst/>
              <a:gdLst>
                <a:gd name="T0" fmla="*/ 0 w 54"/>
                <a:gd name="T1" fmla="*/ 0 h 40"/>
                <a:gd name="T2" fmla="*/ 1 w 54"/>
                <a:gd name="T3" fmla="*/ 1 h 40"/>
                <a:gd name="T4" fmla="*/ 6 w 54"/>
                <a:gd name="T5" fmla="*/ 3 h 40"/>
                <a:gd name="T6" fmla="*/ 13 w 54"/>
                <a:gd name="T7" fmla="*/ 8 h 40"/>
                <a:gd name="T8" fmla="*/ 21 w 54"/>
                <a:gd name="T9" fmla="*/ 12 h 40"/>
                <a:gd name="T10" fmla="*/ 29 w 54"/>
                <a:gd name="T11" fmla="*/ 15 h 40"/>
                <a:gd name="T12" fmla="*/ 38 w 54"/>
                <a:gd name="T13" fmla="*/ 17 h 40"/>
                <a:gd name="T14" fmla="*/ 46 w 54"/>
                <a:gd name="T15" fmla="*/ 18 h 40"/>
                <a:gd name="T16" fmla="*/ 54 w 54"/>
                <a:gd name="T17" fmla="*/ 16 h 40"/>
                <a:gd name="T18" fmla="*/ 53 w 54"/>
                <a:gd name="T19" fmla="*/ 25 h 40"/>
                <a:gd name="T20" fmla="*/ 50 w 54"/>
                <a:gd name="T21" fmla="*/ 33 h 40"/>
                <a:gd name="T22" fmla="*/ 44 w 54"/>
                <a:gd name="T23" fmla="*/ 38 h 40"/>
                <a:gd name="T24" fmla="*/ 37 w 54"/>
                <a:gd name="T25" fmla="*/ 40 h 40"/>
                <a:gd name="T26" fmla="*/ 28 w 54"/>
                <a:gd name="T27" fmla="*/ 39 h 40"/>
                <a:gd name="T28" fmla="*/ 19 w 54"/>
                <a:gd name="T29" fmla="*/ 32 h 40"/>
                <a:gd name="T30" fmla="*/ 10 w 54"/>
                <a:gd name="T31" fmla="*/ 20 h 40"/>
                <a:gd name="T32" fmla="*/ 0 w 54"/>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8" name="Freeform 34">
              <a:extLst>
                <a:ext uri="{FF2B5EF4-FFF2-40B4-BE49-F238E27FC236}">
                  <a16:creationId xmlns:a16="http://schemas.microsoft.com/office/drawing/2014/main" id="{D34086AF-ED68-4488-9AAC-D1DEF8D3DEB2}"/>
                </a:ext>
              </a:extLst>
            </p:cNvPr>
            <p:cNvSpPr>
              <a:spLocks noChangeArrowheads="1"/>
            </p:cNvSpPr>
            <p:nvPr/>
          </p:nvSpPr>
          <p:spPr bwMode="auto">
            <a:xfrm>
              <a:off x="11"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59" name="Freeform 35">
              <a:extLst>
                <a:ext uri="{FF2B5EF4-FFF2-40B4-BE49-F238E27FC236}">
                  <a16:creationId xmlns:a16="http://schemas.microsoft.com/office/drawing/2014/main" id="{A8783DF3-7B96-46A1-94D2-E8F534B9DD54}"/>
                </a:ext>
              </a:extLst>
            </p:cNvPr>
            <p:cNvSpPr>
              <a:spLocks noChangeArrowheads="1"/>
            </p:cNvSpPr>
            <p:nvPr/>
          </p:nvSpPr>
          <p:spPr bwMode="auto">
            <a:xfrm>
              <a:off x="0"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0" name="Freeform 36">
              <a:extLst>
                <a:ext uri="{FF2B5EF4-FFF2-40B4-BE49-F238E27FC236}">
                  <a16:creationId xmlns:a16="http://schemas.microsoft.com/office/drawing/2014/main" id="{B7B9F9B6-DEB7-4D1A-BC6A-DF6A5D4D8768}"/>
                </a:ext>
              </a:extLst>
            </p:cNvPr>
            <p:cNvSpPr>
              <a:spLocks noChangeArrowheads="1"/>
            </p:cNvSpPr>
            <p:nvPr/>
          </p:nvSpPr>
          <p:spPr bwMode="auto">
            <a:xfrm>
              <a:off x="0"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1" name="Freeform 37">
              <a:extLst>
                <a:ext uri="{FF2B5EF4-FFF2-40B4-BE49-F238E27FC236}">
                  <a16:creationId xmlns:a16="http://schemas.microsoft.com/office/drawing/2014/main" id="{E3077325-72CD-4222-8F43-189964472DF1}"/>
                </a:ext>
              </a:extLst>
            </p:cNvPr>
            <p:cNvSpPr>
              <a:spLocks noChangeArrowheads="1"/>
            </p:cNvSpPr>
            <p:nvPr/>
          </p:nvSpPr>
          <p:spPr bwMode="auto">
            <a:xfrm>
              <a:off x="0"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2" name="Freeform 38">
              <a:extLst>
                <a:ext uri="{FF2B5EF4-FFF2-40B4-BE49-F238E27FC236}">
                  <a16:creationId xmlns:a16="http://schemas.microsoft.com/office/drawing/2014/main" id="{A3CB61B2-41C0-455A-A55F-92072198AA56}"/>
                </a:ext>
              </a:extLst>
            </p:cNvPr>
            <p:cNvSpPr>
              <a:spLocks noChangeArrowheads="1"/>
            </p:cNvSpPr>
            <p:nvPr/>
          </p:nvSpPr>
          <p:spPr bwMode="auto">
            <a:xfrm rot="1584153">
              <a:off x="20" y="410"/>
              <a:ext cx="344" cy="245"/>
            </a:xfrm>
            <a:custGeom>
              <a:avLst/>
              <a:gdLst>
                <a:gd name="T0" fmla="*/ 0 w 257"/>
                <a:gd name="T1" fmla="*/ 0 h 237"/>
                <a:gd name="T2" fmla="*/ 0 w 257"/>
                <a:gd name="T3" fmla="*/ 25 h 237"/>
                <a:gd name="T4" fmla="*/ 3 w 257"/>
                <a:gd name="T5" fmla="*/ 50 h 237"/>
                <a:gd name="T6" fmla="*/ 6 w 257"/>
                <a:gd name="T7" fmla="*/ 75 h 237"/>
                <a:gd name="T8" fmla="*/ 11 w 257"/>
                <a:gd name="T9" fmla="*/ 98 h 237"/>
                <a:gd name="T10" fmla="*/ 18 w 257"/>
                <a:gd name="T11" fmla="*/ 119 h 237"/>
                <a:gd name="T12" fmla="*/ 27 w 257"/>
                <a:gd name="T13" fmla="*/ 141 h 237"/>
                <a:gd name="T14" fmla="*/ 38 w 257"/>
                <a:gd name="T15" fmla="*/ 161 h 237"/>
                <a:gd name="T16" fmla="*/ 51 w 257"/>
                <a:gd name="T17" fmla="*/ 178 h 237"/>
                <a:gd name="T18" fmla="*/ 67 w 257"/>
                <a:gd name="T19" fmla="*/ 194 h 237"/>
                <a:gd name="T20" fmla="*/ 86 w 257"/>
                <a:gd name="T21" fmla="*/ 208 h 237"/>
                <a:gd name="T22" fmla="*/ 106 w 257"/>
                <a:gd name="T23" fmla="*/ 219 h 237"/>
                <a:gd name="T24" fmla="*/ 131 w 257"/>
                <a:gd name="T25" fmla="*/ 228 h 237"/>
                <a:gd name="T26" fmla="*/ 158 w 257"/>
                <a:gd name="T27" fmla="*/ 234 h 237"/>
                <a:gd name="T28" fmla="*/ 188 w 257"/>
                <a:gd name="T29" fmla="*/ 237 h 237"/>
                <a:gd name="T30" fmla="*/ 220 w 257"/>
                <a:gd name="T31" fmla="*/ 236 h 237"/>
                <a:gd name="T32" fmla="*/ 257 w 257"/>
                <a:gd name="T33" fmla="*/ 232 h 237"/>
                <a:gd name="T34" fmla="*/ 224 w 257"/>
                <a:gd name="T35" fmla="*/ 227 h 237"/>
                <a:gd name="T36" fmla="*/ 195 w 257"/>
                <a:gd name="T37" fmla="*/ 220 h 237"/>
                <a:gd name="T38" fmla="*/ 170 w 257"/>
                <a:gd name="T39" fmla="*/ 212 h 237"/>
                <a:gd name="T40" fmla="*/ 148 w 257"/>
                <a:gd name="T41" fmla="*/ 204 h 237"/>
                <a:gd name="T42" fmla="*/ 128 w 257"/>
                <a:gd name="T43" fmla="*/ 193 h 237"/>
                <a:gd name="T44" fmla="*/ 112 w 257"/>
                <a:gd name="T45" fmla="*/ 182 h 237"/>
                <a:gd name="T46" fmla="*/ 97 w 257"/>
                <a:gd name="T47" fmla="*/ 169 h 237"/>
                <a:gd name="T48" fmla="*/ 84 w 257"/>
                <a:gd name="T49" fmla="*/ 155 h 237"/>
                <a:gd name="T50" fmla="*/ 72 w 257"/>
                <a:gd name="T51" fmla="*/ 141 h 237"/>
                <a:gd name="T52" fmla="*/ 61 w 257"/>
                <a:gd name="T53" fmla="*/ 125 h 237"/>
                <a:gd name="T54" fmla="*/ 52 w 257"/>
                <a:gd name="T55" fmla="*/ 107 h 237"/>
                <a:gd name="T56" fmla="*/ 43 w 257"/>
                <a:gd name="T57" fmla="*/ 88 h 237"/>
                <a:gd name="T58" fmla="*/ 33 w 257"/>
                <a:gd name="T59" fmla="*/ 69 h 237"/>
                <a:gd name="T60" fmla="*/ 23 w 257"/>
                <a:gd name="T61" fmla="*/ 47 h 237"/>
                <a:gd name="T62" fmla="*/ 12 w 257"/>
                <a:gd name="T63" fmla="*/ 24 h 237"/>
                <a:gd name="T64" fmla="*/ 0 w 257"/>
                <a:gd name="T65"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3" name="Freeform 39">
              <a:extLst>
                <a:ext uri="{FF2B5EF4-FFF2-40B4-BE49-F238E27FC236}">
                  <a16:creationId xmlns:a16="http://schemas.microsoft.com/office/drawing/2014/main" id="{71625F59-235B-438B-AA9B-BC8CA4AD7F3A}"/>
                </a:ext>
              </a:extLst>
            </p:cNvPr>
            <p:cNvSpPr>
              <a:spLocks noChangeArrowheads="1"/>
            </p:cNvSpPr>
            <p:nvPr/>
          </p:nvSpPr>
          <p:spPr bwMode="auto">
            <a:xfrm rot="1584153">
              <a:off x="242" y="756"/>
              <a:ext cx="167" cy="115"/>
            </a:xfrm>
            <a:custGeom>
              <a:avLst/>
              <a:gdLst>
                <a:gd name="T0" fmla="*/ 77 w 124"/>
                <a:gd name="T1" fmla="*/ 0 h 110"/>
                <a:gd name="T2" fmla="*/ 124 w 124"/>
                <a:gd name="T3" fmla="*/ 108 h 110"/>
                <a:gd name="T4" fmla="*/ 120 w 124"/>
                <a:gd name="T5" fmla="*/ 107 h 110"/>
                <a:gd name="T6" fmla="*/ 107 w 124"/>
                <a:gd name="T7" fmla="*/ 105 h 110"/>
                <a:gd name="T8" fmla="*/ 89 w 124"/>
                <a:gd name="T9" fmla="*/ 101 h 110"/>
                <a:gd name="T10" fmla="*/ 68 w 124"/>
                <a:gd name="T11" fmla="*/ 99 h 110"/>
                <a:gd name="T12" fmla="*/ 45 w 124"/>
                <a:gd name="T13" fmla="*/ 97 h 110"/>
                <a:gd name="T14" fmla="*/ 25 w 124"/>
                <a:gd name="T15" fmla="*/ 98 h 110"/>
                <a:gd name="T16" fmla="*/ 9 w 124"/>
                <a:gd name="T17" fmla="*/ 102 h 110"/>
                <a:gd name="T18" fmla="*/ 0 w 124"/>
                <a:gd name="T19" fmla="*/ 110 h 110"/>
                <a:gd name="T20" fmla="*/ 4 w 124"/>
                <a:gd name="T21" fmla="*/ 98 h 110"/>
                <a:gd name="T22" fmla="*/ 8 w 124"/>
                <a:gd name="T23" fmla="*/ 89 h 110"/>
                <a:gd name="T24" fmla="*/ 16 w 124"/>
                <a:gd name="T25" fmla="*/ 82 h 110"/>
                <a:gd name="T26" fmla="*/ 25 w 124"/>
                <a:gd name="T27" fmla="*/ 76 h 110"/>
                <a:gd name="T28" fmla="*/ 36 w 124"/>
                <a:gd name="T29" fmla="*/ 72 h 110"/>
                <a:gd name="T30" fmla="*/ 47 w 124"/>
                <a:gd name="T31" fmla="*/ 71 h 110"/>
                <a:gd name="T32" fmla="*/ 59 w 124"/>
                <a:gd name="T33" fmla="*/ 71 h 110"/>
                <a:gd name="T34" fmla="*/ 72 w 124"/>
                <a:gd name="T35" fmla="*/ 74 h 110"/>
                <a:gd name="T36" fmla="*/ 73 w 124"/>
                <a:gd name="T37" fmla="*/ 71 h 110"/>
                <a:gd name="T38" fmla="*/ 70 w 124"/>
                <a:gd name="T39" fmla="*/ 56 h 110"/>
                <a:gd name="T40" fmla="*/ 67 w 124"/>
                <a:gd name="T41" fmla="*/ 38 h 110"/>
                <a:gd name="T42" fmla="*/ 65 w 124"/>
                <a:gd name="T43" fmla="*/ 30 h 110"/>
                <a:gd name="T44" fmla="*/ 63 w 124"/>
                <a:gd name="T45" fmla="*/ 30 h 110"/>
                <a:gd name="T46" fmla="*/ 61 w 124"/>
                <a:gd name="T47" fmla="*/ 29 h 110"/>
                <a:gd name="T48" fmla="*/ 59 w 124"/>
                <a:gd name="T49" fmla="*/ 26 h 110"/>
                <a:gd name="T50" fmla="*/ 57 w 124"/>
                <a:gd name="T51" fmla="*/ 23 h 110"/>
                <a:gd name="T52" fmla="*/ 57 w 124"/>
                <a:gd name="T53" fmla="*/ 19 h 110"/>
                <a:gd name="T54" fmla="*/ 59 w 124"/>
                <a:gd name="T55" fmla="*/ 14 h 110"/>
                <a:gd name="T56" fmla="*/ 66 w 124"/>
                <a:gd name="T57" fmla="*/ 8 h 110"/>
                <a:gd name="T58" fmla="*/ 77 w 124"/>
                <a:gd name="T5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4" name="Freeform 40">
              <a:extLst>
                <a:ext uri="{FF2B5EF4-FFF2-40B4-BE49-F238E27FC236}">
                  <a16:creationId xmlns:a16="http://schemas.microsoft.com/office/drawing/2014/main" id="{AC327ADD-581B-4A80-93F4-328CC8B88040}"/>
                </a:ext>
              </a:extLst>
            </p:cNvPr>
            <p:cNvSpPr>
              <a:spLocks noChangeArrowheads="1"/>
            </p:cNvSpPr>
            <p:nvPr/>
          </p:nvSpPr>
          <p:spPr bwMode="auto">
            <a:xfrm rot="1584153">
              <a:off x="574" y="286"/>
              <a:ext cx="147" cy="160"/>
            </a:xfrm>
            <a:custGeom>
              <a:avLst/>
              <a:gdLst>
                <a:gd name="T0" fmla="*/ 0 w 109"/>
                <a:gd name="T1" fmla="*/ 0 h 156"/>
                <a:gd name="T2" fmla="*/ 5 w 109"/>
                <a:gd name="T3" fmla="*/ 1 h 156"/>
                <a:gd name="T4" fmla="*/ 18 w 109"/>
                <a:gd name="T5" fmla="*/ 5 h 156"/>
                <a:gd name="T6" fmla="*/ 37 w 109"/>
                <a:gd name="T7" fmla="*/ 12 h 156"/>
                <a:gd name="T8" fmla="*/ 58 w 109"/>
                <a:gd name="T9" fmla="*/ 24 h 156"/>
                <a:gd name="T10" fmla="*/ 78 w 109"/>
                <a:gd name="T11" fmla="*/ 44 h 156"/>
                <a:gd name="T12" fmla="*/ 96 w 109"/>
                <a:gd name="T13" fmla="*/ 71 h 156"/>
                <a:gd name="T14" fmla="*/ 107 w 109"/>
                <a:gd name="T15" fmla="*/ 108 h 156"/>
                <a:gd name="T16" fmla="*/ 109 w 109"/>
                <a:gd name="T17" fmla="*/ 156 h 156"/>
                <a:gd name="T18" fmla="*/ 105 w 109"/>
                <a:gd name="T19" fmla="*/ 156 h 156"/>
                <a:gd name="T20" fmla="*/ 99 w 109"/>
                <a:gd name="T21" fmla="*/ 156 h 156"/>
                <a:gd name="T22" fmla="*/ 93 w 109"/>
                <a:gd name="T23" fmla="*/ 156 h 156"/>
                <a:gd name="T24" fmla="*/ 87 w 109"/>
                <a:gd name="T25" fmla="*/ 154 h 156"/>
                <a:gd name="T26" fmla="*/ 81 w 109"/>
                <a:gd name="T27" fmla="*/ 153 h 156"/>
                <a:gd name="T28" fmla="*/ 74 w 109"/>
                <a:gd name="T29" fmla="*/ 150 h 156"/>
                <a:gd name="T30" fmla="*/ 66 w 109"/>
                <a:gd name="T31" fmla="*/ 145 h 156"/>
                <a:gd name="T32" fmla="*/ 58 w 109"/>
                <a:gd name="T33" fmla="*/ 139 h 156"/>
                <a:gd name="T34" fmla="*/ 53 w 109"/>
                <a:gd name="T35" fmla="*/ 126 h 156"/>
                <a:gd name="T36" fmla="*/ 53 w 109"/>
                <a:gd name="T37" fmla="*/ 111 h 156"/>
                <a:gd name="T38" fmla="*/ 56 w 109"/>
                <a:gd name="T39" fmla="*/ 96 h 156"/>
                <a:gd name="T40" fmla="*/ 59 w 109"/>
                <a:gd name="T41" fmla="*/ 80 h 156"/>
                <a:gd name="T42" fmla="*/ 56 w 109"/>
                <a:gd name="T43" fmla="*/ 62 h 156"/>
                <a:gd name="T44" fmla="*/ 48 w 109"/>
                <a:gd name="T45" fmla="*/ 43 h 156"/>
                <a:gd name="T46" fmla="*/ 31 w 109"/>
                <a:gd name="T47" fmla="*/ 23 h 156"/>
                <a:gd name="T48" fmla="*/ 0 w 109"/>
                <a:gd name="T49"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5" name="Freeform 41">
              <a:extLst>
                <a:ext uri="{FF2B5EF4-FFF2-40B4-BE49-F238E27FC236}">
                  <a16:creationId xmlns:a16="http://schemas.microsoft.com/office/drawing/2014/main" id="{3485DE24-4599-4506-B6CE-1B25504DF17E}"/>
                </a:ext>
              </a:extLst>
            </p:cNvPr>
            <p:cNvSpPr>
              <a:spLocks noChangeArrowheads="1"/>
            </p:cNvSpPr>
            <p:nvPr/>
          </p:nvSpPr>
          <p:spPr bwMode="auto">
            <a:xfrm rot="1584153">
              <a:off x="236" y="721"/>
              <a:ext cx="62" cy="97"/>
            </a:xfrm>
            <a:custGeom>
              <a:avLst/>
              <a:gdLst>
                <a:gd name="T0" fmla="*/ 31 w 46"/>
                <a:gd name="T1" fmla="*/ 0 h 94"/>
                <a:gd name="T2" fmla="*/ 20 w 46"/>
                <a:gd name="T3" fmla="*/ 38 h 94"/>
                <a:gd name="T4" fmla="*/ 15 w 46"/>
                <a:gd name="T5" fmla="*/ 62 h 94"/>
                <a:gd name="T6" fmla="*/ 11 w 46"/>
                <a:gd name="T7" fmla="*/ 79 h 94"/>
                <a:gd name="T8" fmla="*/ 0 w 46"/>
                <a:gd name="T9" fmla="*/ 94 h 94"/>
                <a:gd name="T10" fmla="*/ 12 w 46"/>
                <a:gd name="T11" fmla="*/ 88 h 94"/>
                <a:gd name="T12" fmla="*/ 23 w 46"/>
                <a:gd name="T13" fmla="*/ 80 h 94"/>
                <a:gd name="T14" fmla="*/ 32 w 46"/>
                <a:gd name="T15" fmla="*/ 69 h 94"/>
                <a:gd name="T16" fmla="*/ 40 w 46"/>
                <a:gd name="T17" fmla="*/ 57 h 94"/>
                <a:gd name="T18" fmla="*/ 45 w 46"/>
                <a:gd name="T19" fmla="*/ 44 h 94"/>
                <a:gd name="T20" fmla="*/ 46 w 46"/>
                <a:gd name="T21" fmla="*/ 30 h 94"/>
                <a:gd name="T22" fmla="*/ 42 w 46"/>
                <a:gd name="T23" fmla="*/ 15 h 94"/>
                <a:gd name="T24" fmla="*/ 31 w 46"/>
                <a:gd name="T2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6" name="Freeform 42">
              <a:extLst>
                <a:ext uri="{FF2B5EF4-FFF2-40B4-BE49-F238E27FC236}">
                  <a16:creationId xmlns:a16="http://schemas.microsoft.com/office/drawing/2014/main" id="{F11E8CC7-47B9-4284-85FF-65A0823FFA68}"/>
                </a:ext>
              </a:extLst>
            </p:cNvPr>
            <p:cNvSpPr>
              <a:spLocks noChangeArrowheads="1"/>
            </p:cNvSpPr>
            <p:nvPr/>
          </p:nvSpPr>
          <p:spPr bwMode="auto">
            <a:xfrm rot="1584153">
              <a:off x="585" y="466"/>
              <a:ext cx="72" cy="41"/>
            </a:xfrm>
            <a:custGeom>
              <a:avLst/>
              <a:gdLst>
                <a:gd name="T0" fmla="*/ 0 w 54"/>
                <a:gd name="T1" fmla="*/ 0 h 40"/>
                <a:gd name="T2" fmla="*/ 1 w 54"/>
                <a:gd name="T3" fmla="*/ 1 h 40"/>
                <a:gd name="T4" fmla="*/ 6 w 54"/>
                <a:gd name="T5" fmla="*/ 3 h 40"/>
                <a:gd name="T6" fmla="*/ 13 w 54"/>
                <a:gd name="T7" fmla="*/ 8 h 40"/>
                <a:gd name="T8" fmla="*/ 21 w 54"/>
                <a:gd name="T9" fmla="*/ 12 h 40"/>
                <a:gd name="T10" fmla="*/ 29 w 54"/>
                <a:gd name="T11" fmla="*/ 15 h 40"/>
                <a:gd name="T12" fmla="*/ 38 w 54"/>
                <a:gd name="T13" fmla="*/ 17 h 40"/>
                <a:gd name="T14" fmla="*/ 46 w 54"/>
                <a:gd name="T15" fmla="*/ 18 h 40"/>
                <a:gd name="T16" fmla="*/ 54 w 54"/>
                <a:gd name="T17" fmla="*/ 16 h 40"/>
                <a:gd name="T18" fmla="*/ 53 w 54"/>
                <a:gd name="T19" fmla="*/ 25 h 40"/>
                <a:gd name="T20" fmla="*/ 50 w 54"/>
                <a:gd name="T21" fmla="*/ 33 h 40"/>
                <a:gd name="T22" fmla="*/ 44 w 54"/>
                <a:gd name="T23" fmla="*/ 38 h 40"/>
                <a:gd name="T24" fmla="*/ 37 w 54"/>
                <a:gd name="T25" fmla="*/ 40 h 40"/>
                <a:gd name="T26" fmla="*/ 28 w 54"/>
                <a:gd name="T27" fmla="*/ 39 h 40"/>
                <a:gd name="T28" fmla="*/ 19 w 54"/>
                <a:gd name="T29" fmla="*/ 32 h 40"/>
                <a:gd name="T30" fmla="*/ 10 w 54"/>
                <a:gd name="T31" fmla="*/ 20 h 40"/>
                <a:gd name="T32" fmla="*/ 0 w 54"/>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7" name="Freeform 43">
              <a:extLst>
                <a:ext uri="{FF2B5EF4-FFF2-40B4-BE49-F238E27FC236}">
                  <a16:creationId xmlns:a16="http://schemas.microsoft.com/office/drawing/2014/main" id="{8EB23F6D-C5D7-41BA-993B-01FBAA75F604}"/>
                </a:ext>
              </a:extLst>
            </p:cNvPr>
            <p:cNvSpPr>
              <a:spLocks noChangeArrowheads="1"/>
            </p:cNvSpPr>
            <p:nvPr/>
          </p:nvSpPr>
          <p:spPr bwMode="auto">
            <a:xfrm>
              <a:off x="0"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sp>
          <p:nvSpPr>
            <p:cNvPr id="1068" name="Freeform 44">
              <a:extLst>
                <a:ext uri="{FF2B5EF4-FFF2-40B4-BE49-F238E27FC236}">
                  <a16:creationId xmlns:a16="http://schemas.microsoft.com/office/drawing/2014/main" id="{F8F68F7B-E833-4C32-BEC8-5375CA6B4977}"/>
                </a:ext>
              </a:extLst>
            </p:cNvPr>
            <p:cNvSpPr>
              <a:spLocks noChangeArrowheads="1"/>
            </p:cNvSpPr>
            <p:nvPr/>
          </p:nvSpPr>
          <p:spPr bwMode="auto">
            <a:xfrm rot="1584153">
              <a:off x="56" y="84"/>
              <a:ext cx="804" cy="686"/>
            </a:xfrm>
            <a:custGeom>
              <a:avLst/>
              <a:gdLst>
                <a:gd name="T0" fmla="*/ 16 w 596"/>
                <a:gd name="T1" fmla="*/ 370 h 666"/>
                <a:gd name="T2" fmla="*/ 6 w 596"/>
                <a:gd name="T3" fmla="*/ 341 h 666"/>
                <a:gd name="T4" fmla="*/ 0 w 596"/>
                <a:gd name="T5" fmla="*/ 289 h 666"/>
                <a:gd name="T6" fmla="*/ 4 w 596"/>
                <a:gd name="T7" fmla="*/ 222 h 666"/>
                <a:gd name="T8" fmla="*/ 25 w 596"/>
                <a:gd name="T9" fmla="*/ 151 h 666"/>
                <a:gd name="T10" fmla="*/ 69 w 596"/>
                <a:gd name="T11" fmla="*/ 84 h 666"/>
                <a:gd name="T12" fmla="*/ 142 w 596"/>
                <a:gd name="T13" fmla="*/ 31 h 666"/>
                <a:gd name="T14" fmla="*/ 247 w 596"/>
                <a:gd name="T15" fmla="*/ 2 h 666"/>
                <a:gd name="T16" fmla="*/ 380 w 596"/>
                <a:gd name="T17" fmla="*/ 9 h 666"/>
                <a:gd name="T18" fmla="*/ 484 w 596"/>
                <a:gd name="T19" fmla="*/ 68 h 666"/>
                <a:gd name="T20" fmla="*/ 554 w 596"/>
                <a:gd name="T21" fmla="*/ 165 h 666"/>
                <a:gd name="T22" fmla="*/ 591 w 596"/>
                <a:gd name="T23" fmla="*/ 284 h 666"/>
                <a:gd name="T24" fmla="*/ 595 w 596"/>
                <a:gd name="T25" fmla="*/ 409 h 666"/>
                <a:gd name="T26" fmla="*/ 566 w 596"/>
                <a:gd name="T27" fmla="*/ 525 h 666"/>
                <a:gd name="T28" fmla="*/ 507 w 596"/>
                <a:gd name="T29" fmla="*/ 615 h 666"/>
                <a:gd name="T30" fmla="*/ 417 w 596"/>
                <a:gd name="T31" fmla="*/ 663 h 666"/>
                <a:gd name="T32" fmla="*/ 389 w 596"/>
                <a:gd name="T33" fmla="*/ 659 h 666"/>
                <a:gd name="T34" fmla="*/ 441 w 596"/>
                <a:gd name="T35" fmla="*/ 617 h 666"/>
                <a:gd name="T36" fmla="*/ 482 w 596"/>
                <a:gd name="T37" fmla="*/ 544 h 666"/>
                <a:gd name="T38" fmla="*/ 509 w 596"/>
                <a:gd name="T39" fmla="*/ 454 h 666"/>
                <a:gd name="T40" fmla="*/ 520 w 596"/>
                <a:gd name="T41" fmla="*/ 355 h 666"/>
                <a:gd name="T42" fmla="*/ 514 w 596"/>
                <a:gd name="T43" fmla="*/ 258 h 666"/>
                <a:gd name="T44" fmla="*/ 485 w 596"/>
                <a:gd name="T45" fmla="*/ 174 h 666"/>
                <a:gd name="T46" fmla="*/ 433 w 596"/>
                <a:gd name="T47" fmla="*/ 112 h 666"/>
                <a:gd name="T48" fmla="*/ 341 w 596"/>
                <a:gd name="T49" fmla="*/ 75 h 666"/>
                <a:gd name="T50" fmla="*/ 246 w 596"/>
                <a:gd name="T51" fmla="*/ 61 h 666"/>
                <a:gd name="T52" fmla="*/ 174 w 596"/>
                <a:gd name="T53" fmla="*/ 71 h 666"/>
                <a:gd name="T54" fmla="*/ 121 w 596"/>
                <a:gd name="T55" fmla="*/ 101 h 666"/>
                <a:gd name="T56" fmla="*/ 84 w 596"/>
                <a:gd name="T57" fmla="*/ 149 h 666"/>
                <a:gd name="T58" fmla="*/ 57 w 596"/>
                <a:gd name="T59" fmla="*/ 206 h 666"/>
                <a:gd name="T60" fmla="*/ 40 w 596"/>
                <a:gd name="T61" fmla="*/ 272 h 666"/>
                <a:gd name="T62" fmla="*/ 28 w 596"/>
                <a:gd name="T63" fmla="*/ 339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p>
          </p:txBody>
        </p:sp>
      </p:grpSp>
      <p:sp>
        <p:nvSpPr>
          <p:cNvPr id="12333" name="Rectangle 45">
            <a:extLst>
              <a:ext uri="{FF2B5EF4-FFF2-40B4-BE49-F238E27FC236}">
                <a16:creationId xmlns:a16="http://schemas.microsoft.com/office/drawing/2014/main" id="{B362F7D5-A256-4BF5-B214-C1E9D62175F0}"/>
              </a:ext>
            </a:extLst>
          </p:cNvPr>
          <p:cNvSpPr>
            <a:spLocks noGrp="1" noChangeArrowheads="1"/>
          </p:cNvSpPr>
          <p:nvPr>
            <p:ph type="title"/>
          </p:nvPr>
        </p:nvSpPr>
        <p:spPr bwMode="auto">
          <a:xfrm>
            <a:off x="442913" y="103188"/>
            <a:ext cx="8243887" cy="1314450"/>
          </a:xfrm>
          <a:prstGeom prst="rect">
            <a:avLst/>
          </a:prstGeom>
          <a:noFill/>
          <a:ln w="9525">
            <a:noFill/>
            <a:miter lim="800000"/>
          </a:ln>
        </p:spPr>
        <p:txBody>
          <a:bodyPr vert="horz" wrap="square" lIns="91440" tIns="45720" rIns="91440" bIns="45720" numCol="1" anchor="b" anchorCtr="0" compatLnSpc="1"/>
          <a:lstStyle/>
          <a:p>
            <a:pPr lvl="0"/>
            <a:r>
              <a:rPr lang="zh-CN" altLang="en-US" noProof="1"/>
              <a:t>单击此处编辑母版标题样式</a:t>
            </a:r>
          </a:p>
        </p:txBody>
      </p:sp>
      <p:sp>
        <p:nvSpPr>
          <p:cNvPr id="1070" name="Rectangle 46">
            <a:extLst>
              <a:ext uri="{FF2B5EF4-FFF2-40B4-BE49-F238E27FC236}">
                <a16:creationId xmlns:a16="http://schemas.microsoft.com/office/drawing/2014/main" id="{0083B691-7457-41D5-814C-0841F456D674}"/>
              </a:ext>
            </a:extLst>
          </p:cNvPr>
          <p:cNvSpPr>
            <a:spLocks noGrp="1" noChangeArrowheads="1"/>
          </p:cNvSpPr>
          <p:nvPr>
            <p:ph type="body" idx="4294967295"/>
          </p:nvPr>
        </p:nvSpPr>
        <p:spPr bwMode="auto">
          <a:xfrm>
            <a:off x="457200" y="1600200"/>
            <a:ext cx="822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335" name="Rectangle 47">
            <a:extLst>
              <a:ext uri="{FF2B5EF4-FFF2-40B4-BE49-F238E27FC236}">
                <a16:creationId xmlns:a16="http://schemas.microsoft.com/office/drawing/2014/main" id="{4B7B59A4-CB3B-478B-A09F-3CEAF254E8AD}"/>
              </a:ext>
            </a:extLst>
          </p:cNvPr>
          <p:cNvSpPr>
            <a:spLocks noGrp="1" noChangeArrowheads="1"/>
          </p:cNvSpPr>
          <p:nvPr>
            <p:ph type="dt" sz="half" idx="2"/>
          </p:nvPr>
        </p:nvSpPr>
        <p:spPr bwMode="auto">
          <a:xfrm>
            <a:off x="457200" y="6243638"/>
            <a:ext cx="2133600" cy="457200"/>
          </a:xfrm>
          <a:prstGeom prst="rect">
            <a:avLst/>
          </a:prstGeom>
          <a:noFill/>
          <a:ln w="9525">
            <a:noFill/>
            <a:miter lim="800000"/>
          </a:ln>
        </p:spPr>
        <p:txBody>
          <a:bodyPr vert="horz" wrap="square" lIns="91440" tIns="45720" rIns="91440" bIns="45720" numCol="1" anchor="t" anchorCtr="0" compatLnSpc="1"/>
          <a:lstStyle>
            <a:lvl1pPr>
              <a:defRPr sz="1400">
                <a:ea typeface="宋体" panose="02010600030101010101" pitchFamily="2" charset="-122"/>
              </a:defRPr>
            </a:lvl1pPr>
          </a:lstStyle>
          <a:p>
            <a:pPr>
              <a:defRPr/>
            </a:pPr>
            <a:endParaRPr lang="en-US" altLang="zh-CN"/>
          </a:p>
        </p:txBody>
      </p:sp>
      <p:sp>
        <p:nvSpPr>
          <p:cNvPr id="12336" name="Rectangle 48">
            <a:extLst>
              <a:ext uri="{FF2B5EF4-FFF2-40B4-BE49-F238E27FC236}">
                <a16:creationId xmlns:a16="http://schemas.microsoft.com/office/drawing/2014/main" id="{19E58680-9C5E-4EDD-B85C-3885EBDDD251}"/>
              </a:ext>
            </a:extLst>
          </p:cNvPr>
          <p:cNvSpPr>
            <a:spLocks noGrp="1" noChangeArrowheads="1"/>
          </p:cNvSpPr>
          <p:nvPr>
            <p:ph type="ftr" sz="quarter" idx="3"/>
          </p:nvPr>
        </p:nvSpPr>
        <p:spPr bwMode="auto">
          <a:xfrm>
            <a:off x="3124200" y="6248400"/>
            <a:ext cx="2895600" cy="457200"/>
          </a:xfrm>
          <a:prstGeom prst="rect">
            <a:avLst/>
          </a:prstGeom>
          <a:noFill/>
          <a:ln w="9525">
            <a:noFill/>
            <a:miter lim="800000"/>
          </a:ln>
        </p:spPr>
        <p:txBody>
          <a:bodyPr vert="horz" wrap="square" lIns="91440" tIns="45720" rIns="91440" bIns="45720" numCol="1" anchor="t" anchorCtr="0" compatLnSpc="1"/>
          <a:lstStyle>
            <a:lvl1pPr algn="ctr">
              <a:defRPr sz="1400">
                <a:ea typeface="宋体" panose="02010600030101010101" pitchFamily="2" charset="-122"/>
              </a:defRPr>
            </a:lvl1pPr>
          </a:lstStyle>
          <a:p>
            <a:pPr>
              <a:defRPr/>
            </a:pPr>
            <a:endParaRPr lang="en-US" altLang="zh-CN"/>
          </a:p>
        </p:txBody>
      </p:sp>
      <p:sp>
        <p:nvSpPr>
          <p:cNvPr id="12337" name="Rectangle 49">
            <a:extLst>
              <a:ext uri="{FF2B5EF4-FFF2-40B4-BE49-F238E27FC236}">
                <a16:creationId xmlns:a16="http://schemas.microsoft.com/office/drawing/2014/main" id="{5DE3765E-23BF-4F94-AC3D-54C64C829996}"/>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ln>
        </p:spPr>
        <p:txBody>
          <a:bodyPr vert="horz" wrap="square" lIns="91440" tIns="45720" rIns="91440" bIns="45720" numCol="1" anchor="t" anchorCtr="0" compatLnSpc="1">
            <a:prstTxWarp prst="textNoShape">
              <a:avLst/>
            </a:prstTxWarp>
          </a:bodyPr>
          <a:lstStyle>
            <a:lvl1pPr algn="r">
              <a:defRPr sz="1400"/>
            </a:lvl1pPr>
          </a:lstStyle>
          <a:p>
            <a:fld id="{E4A93EA4-415D-47D0-B204-1DFA95985EC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80" r:id="rId1"/>
    <p:sldLayoutId id="2147483679" r:id="rId2"/>
    <p:sldLayoutId id="2147483678" r:id="rId3"/>
    <p:sldLayoutId id="2147483677" r:id="rId4"/>
    <p:sldLayoutId id="2147483676" r:id="rId5"/>
    <p:sldLayoutId id="2147483675" r:id="rId6"/>
    <p:sldLayoutId id="2147483674" r:id="rId7"/>
    <p:sldLayoutId id="2147483673" r:id="rId8"/>
    <p:sldLayoutId id="2147483672" r:id="rId9"/>
    <p:sldLayoutId id="2147483671" r:id="rId10"/>
    <p:sldLayoutId id="2147483670" r:id="rId11"/>
    <p:sldLayoutId id="2147483681" r:id="rId12"/>
    <p:sldLayoutId id="2147483682" r:id="rId13"/>
  </p:sldLayoutIdLst>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AC3A2C-FCA2-4704-941E-9E564DA53EA4}"/>
              </a:ext>
            </a:extLst>
          </p:cNvPr>
          <p:cNvSpPr>
            <a:spLocks noGrp="1"/>
          </p:cNvSpPr>
          <p:nvPr>
            <p:ph type="ctrTitle"/>
          </p:nvPr>
        </p:nvSpPr>
        <p:spPr>
          <a:xfrm>
            <a:off x="1835696" y="2204864"/>
            <a:ext cx="6192837" cy="1037332"/>
          </a:xfrm>
        </p:spPr>
        <p:txBody>
          <a:bodyPr/>
          <a:lstStyle/>
          <a:p>
            <a:pPr>
              <a:defRPr/>
            </a:pPr>
            <a:r>
              <a:rPr lang="zh-CN" altLang="en-US" dirty="0"/>
              <a:t>基本数据类型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p:cNvPicPr>
            <a:picLocks noChangeAspect="1"/>
          </p:cNvPicPr>
          <p:nvPr/>
        </p:nvPicPr>
        <p:blipFill>
          <a:blip r:embed="rId2"/>
          <a:srcRect/>
          <a:stretch>
            <a:fillRect/>
          </a:stretch>
        </p:blipFill>
        <p:spPr bwMode="auto">
          <a:xfrm>
            <a:off x="1654969" y="1154906"/>
            <a:ext cx="920354" cy="923925"/>
          </a:xfrm>
          <a:prstGeom prst="rect">
            <a:avLst/>
          </a:prstGeom>
          <a:noFill/>
          <a:ln>
            <a:noFill/>
          </a:ln>
          <a:effectLst>
            <a:outerShdw blurRad="50800" dist="38100" dir="2700000" algn="tl" rotWithShape="0">
              <a:srgbClr val="808080">
                <a:alpha val="9000"/>
              </a:srgbClr>
            </a:outerShdw>
          </a:effectLst>
        </p:spPr>
      </p:pic>
      <p:sp>
        <p:nvSpPr>
          <p:cNvPr id="4099" name="TextBox 2"/>
          <p:cNvSpPr txBox="1">
            <a:spLocks noChangeArrowheads="1"/>
          </p:cNvSpPr>
          <p:nvPr/>
        </p:nvSpPr>
        <p:spPr bwMode="auto">
          <a:xfrm>
            <a:off x="2547128" y="2183390"/>
            <a:ext cx="3673078" cy="222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Verdana" panose="020B0604030504040204" pitchFamily="34" charset="0"/>
                <a:ea typeface="宋体" panose="02010600030101010101" pitchFamily="2" charset="-122"/>
              </a:defRPr>
            </a:lvl1pPr>
            <a:lvl2pPr indent="-45720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spcBef>
                <a:spcPct val="0"/>
              </a:spcBef>
              <a:buClr>
                <a:srgbClr val="C00000"/>
              </a:buClr>
              <a:buFont typeface="Wingdings" panose="05000000000000000000" pitchFamily="2" charset="2"/>
              <a:buChar char="n"/>
            </a:pPr>
            <a:r>
              <a:rPr lang="zh-CN" altLang="zh-CN" sz="3200" dirty="0">
                <a:latin typeface="Palatino Linotype" panose="02040502050505030304" pitchFamily="18" charset="0"/>
                <a:ea typeface="楷体" panose="02010609060101010101" pitchFamily="49" charset="-122"/>
              </a:rPr>
              <a:t>输入数据</a:t>
            </a:r>
            <a:endParaRPr lang="zh-CN" altLang="en-US" sz="3200" dirty="0">
              <a:latin typeface="Palatino Linotype" panose="02040502050505030304" pitchFamily="18" charset="0"/>
              <a:ea typeface="楷体" panose="02010609060101010101" pitchFamily="49" charset="-122"/>
            </a:endParaRPr>
          </a:p>
          <a:p>
            <a:pPr lvl="1" algn="just" eaLnBrk="1" hangingPunct="1">
              <a:lnSpc>
                <a:spcPct val="150000"/>
              </a:lnSpc>
              <a:spcBef>
                <a:spcPct val="0"/>
              </a:spcBef>
              <a:buClr>
                <a:srgbClr val="C00000"/>
              </a:buClr>
              <a:buFont typeface="Wingdings" panose="05000000000000000000" pitchFamily="2" charset="2"/>
              <a:buChar char="n"/>
            </a:pPr>
            <a:r>
              <a:rPr lang="zh-CN" altLang="zh-CN" sz="3200" dirty="0">
                <a:latin typeface="Palatino Linotype" panose="02040502050505030304" pitchFamily="18" charset="0"/>
                <a:ea typeface="楷体" panose="02010609060101010101" pitchFamily="49" charset="-122"/>
              </a:rPr>
              <a:t>处理数据</a:t>
            </a:r>
            <a:endParaRPr lang="zh-CN" altLang="en-US" sz="3200" dirty="0">
              <a:latin typeface="Palatino Linotype" panose="02040502050505030304" pitchFamily="18" charset="0"/>
              <a:ea typeface="楷体" panose="02010609060101010101" pitchFamily="49" charset="-122"/>
            </a:endParaRPr>
          </a:p>
          <a:p>
            <a:pPr lvl="1" algn="just" eaLnBrk="1" hangingPunct="1">
              <a:lnSpc>
                <a:spcPct val="150000"/>
              </a:lnSpc>
              <a:spcBef>
                <a:spcPct val="0"/>
              </a:spcBef>
              <a:buClr>
                <a:srgbClr val="C00000"/>
              </a:buClr>
              <a:buFont typeface="Wingdings" panose="05000000000000000000" pitchFamily="2" charset="2"/>
              <a:buChar char="n"/>
            </a:pPr>
            <a:r>
              <a:rPr lang="zh-CN" altLang="zh-CN" sz="3200" dirty="0">
                <a:latin typeface="Palatino Linotype" panose="02040502050505030304" pitchFamily="18" charset="0"/>
                <a:ea typeface="楷体" panose="02010609060101010101" pitchFamily="49" charset="-122"/>
              </a:rPr>
              <a:t>输出数据</a:t>
            </a:r>
            <a:endParaRPr lang="zh-CN" altLang="en-US" sz="3200" dirty="0">
              <a:latin typeface="Palatino Linotype" panose="02040502050505030304" pitchFamily="18" charset="0"/>
              <a:ea typeface="楷体" panose="02010609060101010101" pitchFamily="49" charset="-122"/>
            </a:endParaRPr>
          </a:p>
        </p:txBody>
      </p:sp>
      <p:sp>
        <p:nvSpPr>
          <p:cNvPr id="4100" name="矩形 2"/>
          <p:cNvSpPr>
            <a:spLocks noChangeArrowheads="1"/>
          </p:cNvSpPr>
          <p:nvPr/>
        </p:nvSpPr>
        <p:spPr bwMode="auto">
          <a:xfrm>
            <a:off x="2267744" y="1154906"/>
            <a:ext cx="53732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FontTx/>
              <a:buNone/>
            </a:pPr>
            <a:r>
              <a:rPr lang="zh-CN" altLang="zh-CN" sz="3000" dirty="0">
                <a:solidFill>
                  <a:srgbClr val="262626"/>
                </a:solidFill>
                <a:latin typeface="微软雅黑" panose="020B0503020204020204" pitchFamily="34" charset="-122"/>
                <a:ea typeface="微软雅黑" panose="020B0503020204020204" pitchFamily="34" charset="-122"/>
              </a:rPr>
              <a:t>程序编写方法</a:t>
            </a:r>
            <a:endParaRPr lang="zh-CN" altLang="en-US" sz="3000" dirty="0">
              <a:solidFill>
                <a:srgbClr val="262626"/>
              </a:solidFill>
              <a:latin typeface="微软雅黑" panose="020B0503020204020204" pitchFamily="34" charset="-122"/>
              <a:ea typeface="微软雅黑" panose="020B0503020204020204" pitchFamily="34" charset="-122"/>
            </a:endParaRPr>
          </a:p>
        </p:txBody>
      </p:sp>
      <p:sp>
        <p:nvSpPr>
          <p:cNvPr id="4101" name="Rectangle 2"/>
          <p:cNvSpPr>
            <a:spLocks noChangeArrowheads="1"/>
          </p:cNvSpPr>
          <p:nvPr/>
        </p:nvSpPr>
        <p:spPr bwMode="auto">
          <a:xfrm>
            <a:off x="2096691" y="3752136"/>
            <a:ext cx="87427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p:cNvPicPr>
            <a:picLocks noChangeAspect="1"/>
          </p:cNvPicPr>
          <p:nvPr/>
        </p:nvPicPr>
        <p:blipFill>
          <a:blip r:embed="rId2"/>
          <a:srcRect/>
          <a:stretch>
            <a:fillRect/>
          </a:stretch>
        </p:blipFill>
        <p:spPr bwMode="auto">
          <a:xfrm>
            <a:off x="1654969" y="1154906"/>
            <a:ext cx="920354" cy="923925"/>
          </a:xfrm>
          <a:prstGeom prst="rect">
            <a:avLst/>
          </a:prstGeom>
          <a:noFill/>
          <a:ln>
            <a:noFill/>
          </a:ln>
          <a:effectLst>
            <a:outerShdw blurRad="50800" dist="38100" dir="2700000" algn="tl" rotWithShape="0">
              <a:srgbClr val="808080">
                <a:alpha val="9000"/>
              </a:srgbClr>
            </a:outerShdw>
          </a:effectLst>
        </p:spPr>
      </p:pic>
      <p:sp>
        <p:nvSpPr>
          <p:cNvPr id="5123" name="TextBox 2"/>
          <p:cNvSpPr txBox="1">
            <a:spLocks noChangeArrowheads="1"/>
          </p:cNvSpPr>
          <p:nvPr/>
        </p:nvSpPr>
        <p:spPr bwMode="auto">
          <a:xfrm>
            <a:off x="2483768" y="2121695"/>
            <a:ext cx="5760640" cy="2525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indent="-45720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spcBef>
                <a:spcPct val="0"/>
              </a:spcBef>
              <a:buClr>
                <a:srgbClr val="C00000"/>
              </a:buClr>
              <a:buFont typeface="Wingdings" panose="05000000000000000000" pitchFamily="2" charset="2"/>
              <a:buChar char="n"/>
            </a:pPr>
            <a:r>
              <a:rPr lang="zh-CN" altLang="zh-CN" sz="2100" dirty="0">
                <a:latin typeface="Palatino Linotype" panose="02040502050505030304" pitchFamily="18" charset="0"/>
                <a:ea typeface="楷体" panose="02010609060101010101" pitchFamily="49" charset="-122"/>
              </a:rPr>
              <a:t>输入数据</a:t>
            </a:r>
            <a:endParaRPr lang="zh-CN" altLang="en-US" sz="2100" dirty="0">
              <a:latin typeface="Palatino Linotype" panose="02040502050505030304" pitchFamily="18" charset="0"/>
              <a:ea typeface="楷体" panose="02010609060101010101" pitchFamily="49" charset="-122"/>
            </a:endParaRPr>
          </a:p>
          <a:p>
            <a:pPr eaLnBrk="1" hangingPunct="1">
              <a:lnSpc>
                <a:spcPct val="150000"/>
              </a:lnSpc>
              <a:buFontTx/>
              <a:buNone/>
            </a:pPr>
            <a:r>
              <a:rPr lang="zh-CN" altLang="zh-CN" sz="2100" dirty="0">
                <a:latin typeface="Palatino Linotype" panose="02040502050505030304" pitchFamily="18" charset="0"/>
                <a:ea typeface="楷体" panose="02010609060101010101" pitchFamily="49" charset="-122"/>
              </a:rPr>
              <a:t>输入（</a:t>
            </a:r>
            <a:r>
              <a:rPr lang="en-US" altLang="zh-CN" sz="2100" dirty="0">
                <a:latin typeface="Palatino Linotype" panose="02040502050505030304" pitchFamily="18" charset="0"/>
                <a:ea typeface="楷体" panose="02010609060101010101" pitchFamily="49" charset="-122"/>
              </a:rPr>
              <a:t>Input</a:t>
            </a:r>
            <a:r>
              <a:rPr lang="zh-CN" altLang="zh-CN" sz="2100" dirty="0">
                <a:latin typeface="Palatino Linotype" panose="02040502050505030304" pitchFamily="18" charset="0"/>
                <a:ea typeface="楷体" panose="02010609060101010101" pitchFamily="49" charset="-122"/>
              </a:rPr>
              <a:t>）是一个程序的开始。程序要处理的数据有多种来源，形成了多种输入方式，包括：文件输入、网络输入、控制台输入、交互界面输入、随机数据输入、内部参数输入等。</a:t>
            </a:r>
          </a:p>
        </p:txBody>
      </p:sp>
      <p:sp>
        <p:nvSpPr>
          <p:cNvPr id="5124" name="矩形 2"/>
          <p:cNvSpPr>
            <a:spLocks noChangeArrowheads="1"/>
          </p:cNvSpPr>
          <p:nvPr/>
        </p:nvSpPr>
        <p:spPr bwMode="auto">
          <a:xfrm>
            <a:off x="2114550" y="1431132"/>
            <a:ext cx="53732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FontTx/>
              <a:buNone/>
            </a:pPr>
            <a:r>
              <a:rPr lang="zh-CN" altLang="zh-CN" sz="3000">
                <a:solidFill>
                  <a:srgbClr val="262626"/>
                </a:solidFill>
                <a:latin typeface="微软雅黑" panose="020B0503020204020204" pitchFamily="34" charset="-122"/>
                <a:ea typeface="微软雅黑" panose="020B0503020204020204" pitchFamily="34" charset="-122"/>
              </a:rPr>
              <a:t>程序编写方法</a:t>
            </a:r>
            <a:endParaRPr lang="zh-CN" altLang="en-US" sz="3000">
              <a:solidFill>
                <a:srgbClr val="262626"/>
              </a:solidFill>
              <a:latin typeface="微软雅黑" panose="020B0503020204020204" pitchFamily="34" charset="-122"/>
              <a:ea typeface="微软雅黑" panose="020B0503020204020204" pitchFamily="34" charset="-122"/>
            </a:endParaRPr>
          </a:p>
        </p:txBody>
      </p:sp>
      <p:sp>
        <p:nvSpPr>
          <p:cNvPr id="5125" name="Rectangle 2"/>
          <p:cNvSpPr>
            <a:spLocks noChangeArrowheads="1"/>
          </p:cNvSpPr>
          <p:nvPr/>
        </p:nvSpPr>
        <p:spPr bwMode="auto">
          <a:xfrm>
            <a:off x="2096691" y="3752136"/>
            <a:ext cx="87427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p:cNvPicPr>
            <a:picLocks noChangeAspect="1"/>
          </p:cNvPicPr>
          <p:nvPr/>
        </p:nvPicPr>
        <p:blipFill>
          <a:blip r:embed="rId2"/>
          <a:srcRect/>
          <a:stretch>
            <a:fillRect/>
          </a:stretch>
        </p:blipFill>
        <p:spPr bwMode="auto">
          <a:xfrm>
            <a:off x="1654969" y="1154906"/>
            <a:ext cx="920354" cy="923925"/>
          </a:xfrm>
          <a:prstGeom prst="rect">
            <a:avLst/>
          </a:prstGeom>
          <a:noFill/>
          <a:ln>
            <a:noFill/>
          </a:ln>
          <a:effectLst>
            <a:outerShdw blurRad="50800" dist="38100" dir="2700000" algn="tl" rotWithShape="0">
              <a:srgbClr val="808080">
                <a:alpha val="9000"/>
              </a:srgbClr>
            </a:outerShdw>
          </a:effectLst>
        </p:spPr>
      </p:pic>
      <p:sp>
        <p:nvSpPr>
          <p:cNvPr id="6147" name="TextBox 2"/>
          <p:cNvSpPr txBox="1">
            <a:spLocks noChangeArrowheads="1"/>
          </p:cNvSpPr>
          <p:nvPr/>
        </p:nvSpPr>
        <p:spPr bwMode="auto">
          <a:xfrm>
            <a:off x="2267744" y="2219326"/>
            <a:ext cx="6192688" cy="2873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indent="-45720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spcBef>
                <a:spcPct val="0"/>
              </a:spcBef>
              <a:buClr>
                <a:srgbClr val="C00000"/>
              </a:buClr>
              <a:buFont typeface="Wingdings" panose="05000000000000000000" pitchFamily="2" charset="2"/>
              <a:buChar char="n"/>
            </a:pPr>
            <a:r>
              <a:rPr lang="zh-CN" altLang="zh-CN" sz="2400" dirty="0">
                <a:latin typeface="Palatino Linotype" panose="02040502050505030304" pitchFamily="18" charset="0"/>
                <a:ea typeface="楷体" panose="02010609060101010101" pitchFamily="49" charset="-122"/>
              </a:rPr>
              <a:t>处理数据</a:t>
            </a:r>
            <a:endParaRPr lang="zh-CN" altLang="en-US" sz="2400" dirty="0">
              <a:latin typeface="Palatino Linotype" panose="02040502050505030304" pitchFamily="18" charset="0"/>
              <a:ea typeface="楷体" panose="02010609060101010101" pitchFamily="49" charset="-122"/>
            </a:endParaRPr>
          </a:p>
          <a:p>
            <a:pPr eaLnBrk="1" hangingPunct="1">
              <a:lnSpc>
                <a:spcPct val="150000"/>
              </a:lnSpc>
              <a:buFontTx/>
              <a:buNone/>
            </a:pPr>
            <a:r>
              <a:rPr lang="zh-CN" altLang="zh-CN" sz="2400" dirty="0">
                <a:latin typeface="Palatino Linotype" panose="02040502050505030304" pitchFamily="18" charset="0"/>
                <a:ea typeface="楷体" panose="02010609060101010101" pitchFamily="49" charset="-122"/>
              </a:rPr>
              <a:t>处理（</a:t>
            </a:r>
            <a:r>
              <a:rPr lang="en-US" altLang="zh-CN" sz="2400" dirty="0">
                <a:latin typeface="Palatino Linotype" panose="02040502050505030304" pitchFamily="18" charset="0"/>
                <a:ea typeface="楷体" panose="02010609060101010101" pitchFamily="49" charset="-122"/>
              </a:rPr>
              <a:t>Process</a:t>
            </a:r>
            <a:r>
              <a:rPr lang="zh-CN" altLang="zh-CN" sz="2400" dirty="0">
                <a:latin typeface="Palatino Linotype" panose="02040502050505030304" pitchFamily="18" charset="0"/>
                <a:ea typeface="楷体" panose="02010609060101010101" pitchFamily="49" charset="-122"/>
              </a:rPr>
              <a:t>）是程序对输入数据进行计算产生输出结果的过程。计算问题的处理方法统称为“算法”，它是程序最重要的组成部分。可以说，算法是一个程序的灵魂。</a:t>
            </a:r>
          </a:p>
        </p:txBody>
      </p:sp>
      <p:sp>
        <p:nvSpPr>
          <p:cNvPr id="6148" name="矩形 2"/>
          <p:cNvSpPr>
            <a:spLocks noChangeArrowheads="1"/>
          </p:cNvSpPr>
          <p:nvPr/>
        </p:nvSpPr>
        <p:spPr bwMode="auto">
          <a:xfrm>
            <a:off x="2114550" y="1431132"/>
            <a:ext cx="53732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FontTx/>
              <a:buNone/>
            </a:pPr>
            <a:r>
              <a:rPr lang="zh-CN" altLang="zh-CN" sz="3000">
                <a:solidFill>
                  <a:srgbClr val="262626"/>
                </a:solidFill>
                <a:latin typeface="微软雅黑" panose="020B0503020204020204" pitchFamily="34" charset="-122"/>
                <a:ea typeface="微软雅黑" panose="020B0503020204020204" pitchFamily="34" charset="-122"/>
              </a:rPr>
              <a:t>程序编写方法</a:t>
            </a:r>
            <a:endParaRPr lang="zh-CN" altLang="en-US" sz="3000">
              <a:solidFill>
                <a:srgbClr val="262626"/>
              </a:solidFill>
              <a:latin typeface="微软雅黑" panose="020B0503020204020204" pitchFamily="34" charset="-122"/>
              <a:ea typeface="微软雅黑" panose="020B0503020204020204" pitchFamily="34" charset="-122"/>
            </a:endParaRPr>
          </a:p>
        </p:txBody>
      </p:sp>
      <p:sp>
        <p:nvSpPr>
          <p:cNvPr id="6149" name="Rectangle 2"/>
          <p:cNvSpPr>
            <a:spLocks noChangeArrowheads="1"/>
          </p:cNvSpPr>
          <p:nvPr/>
        </p:nvSpPr>
        <p:spPr bwMode="auto">
          <a:xfrm>
            <a:off x="2096691" y="3752136"/>
            <a:ext cx="87427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p:cNvPicPr>
            <a:picLocks noChangeAspect="1"/>
          </p:cNvPicPr>
          <p:nvPr/>
        </p:nvPicPr>
        <p:blipFill>
          <a:blip r:embed="rId2"/>
          <a:srcRect/>
          <a:stretch>
            <a:fillRect/>
          </a:stretch>
        </p:blipFill>
        <p:spPr bwMode="auto">
          <a:xfrm>
            <a:off x="1654969" y="1154906"/>
            <a:ext cx="920354" cy="923925"/>
          </a:xfrm>
          <a:prstGeom prst="rect">
            <a:avLst/>
          </a:prstGeom>
          <a:noFill/>
          <a:ln>
            <a:noFill/>
          </a:ln>
          <a:effectLst>
            <a:outerShdw blurRad="50800" dist="38100" dir="2700000" algn="tl" rotWithShape="0">
              <a:srgbClr val="808080">
                <a:alpha val="9000"/>
              </a:srgbClr>
            </a:outerShdw>
          </a:effectLst>
        </p:spPr>
      </p:pic>
      <p:sp>
        <p:nvSpPr>
          <p:cNvPr id="28674" name="TextBox 2"/>
          <p:cNvSpPr txBox="1">
            <a:spLocks noChangeArrowheads="1"/>
          </p:cNvSpPr>
          <p:nvPr/>
        </p:nvSpPr>
        <p:spPr bwMode="auto">
          <a:xfrm>
            <a:off x="2411760" y="2237186"/>
            <a:ext cx="5238007" cy="2951321"/>
          </a:xfrm>
          <a:prstGeom prst="rect">
            <a:avLst/>
          </a:prstGeom>
          <a:noFill/>
          <a:ln>
            <a:noFill/>
          </a:ln>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algn="just" eaLnBrk="1" hangingPunct="1">
              <a:lnSpc>
                <a:spcPct val="150000"/>
              </a:lnSpc>
              <a:spcBef>
                <a:spcPct val="0"/>
              </a:spcBef>
              <a:buClr>
                <a:srgbClr val="C00000"/>
              </a:buClr>
              <a:buFont typeface="Wingdings" panose="05000000000000000000" pitchFamily="2" charset="2"/>
              <a:buChar char="n"/>
              <a:defRPr/>
            </a:pPr>
            <a:r>
              <a:rPr lang="zh-CN" altLang="zh-CN" sz="2100" dirty="0">
                <a:latin typeface="Palatino Linotype" panose="02040502050505030304" pitchFamily="18" charset="0"/>
                <a:ea typeface="楷体" panose="02010609060101010101" pitchFamily="49" charset="-122"/>
              </a:rPr>
              <a:t>输出数据</a:t>
            </a:r>
            <a:endParaRPr lang="zh-CN" altLang="en-US" sz="2100" dirty="0">
              <a:latin typeface="Palatino Linotype" panose="02040502050505030304" pitchFamily="18" charset="0"/>
              <a:ea typeface="楷体" panose="02010609060101010101" pitchFamily="49" charset="-122"/>
            </a:endParaRPr>
          </a:p>
          <a:p>
            <a:pPr marL="0" lvl="1" indent="0" algn="just">
              <a:lnSpc>
                <a:spcPct val="150000"/>
              </a:lnSpc>
              <a:spcBef>
                <a:spcPct val="0"/>
              </a:spcBef>
              <a:buClr>
                <a:srgbClr val="C00000"/>
              </a:buClr>
              <a:buNone/>
              <a:defRPr/>
            </a:pPr>
            <a:r>
              <a:rPr lang="zh-CN" altLang="zh-CN" sz="2100" dirty="0">
                <a:latin typeface="Palatino Linotype" panose="02040502050505030304" pitchFamily="18" charset="0"/>
                <a:ea typeface="楷体" panose="02010609060101010101" pitchFamily="49" charset="-122"/>
              </a:rPr>
              <a:t>输出（</a:t>
            </a:r>
            <a:r>
              <a:rPr lang="en-US" altLang="zh-CN" sz="2100" dirty="0">
                <a:latin typeface="Palatino Linotype" panose="02040502050505030304" pitchFamily="18" charset="0"/>
                <a:ea typeface="楷体" panose="02010609060101010101" pitchFamily="49" charset="-122"/>
              </a:rPr>
              <a:t>Output</a:t>
            </a:r>
            <a:r>
              <a:rPr lang="zh-CN" altLang="zh-CN" sz="2100" dirty="0">
                <a:latin typeface="Palatino Linotype" panose="02040502050505030304" pitchFamily="18" charset="0"/>
                <a:ea typeface="楷体" panose="02010609060101010101" pitchFamily="49" charset="-122"/>
              </a:rPr>
              <a:t>）是程序展示运算成果的方式。程序的输出方式包括：控制台输出、图形输出、文件输出、网络输出、操作系统内部变量输出等。</a:t>
            </a:r>
          </a:p>
          <a:p>
            <a:pPr lvl="1" algn="just" eaLnBrk="1" hangingPunct="1">
              <a:lnSpc>
                <a:spcPct val="150000"/>
              </a:lnSpc>
              <a:spcBef>
                <a:spcPct val="0"/>
              </a:spcBef>
              <a:buClr>
                <a:srgbClr val="C00000"/>
              </a:buClr>
              <a:buFont typeface="Wingdings" panose="05000000000000000000" pitchFamily="2" charset="2"/>
              <a:buChar char="n"/>
              <a:defRPr/>
            </a:pPr>
            <a:endParaRPr lang="zh-CN" altLang="en-US" sz="2100" dirty="0">
              <a:latin typeface="Palatino Linotype" panose="02040502050505030304" pitchFamily="18" charset="0"/>
              <a:ea typeface="楷体" panose="02010609060101010101" pitchFamily="49" charset="-122"/>
            </a:endParaRPr>
          </a:p>
        </p:txBody>
      </p:sp>
      <p:sp>
        <p:nvSpPr>
          <p:cNvPr id="7172" name="矩形 2"/>
          <p:cNvSpPr>
            <a:spLocks noChangeArrowheads="1"/>
          </p:cNvSpPr>
          <p:nvPr/>
        </p:nvSpPr>
        <p:spPr bwMode="auto">
          <a:xfrm>
            <a:off x="2114550" y="1431132"/>
            <a:ext cx="53732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FontTx/>
              <a:buNone/>
            </a:pPr>
            <a:r>
              <a:rPr lang="zh-CN" altLang="zh-CN" sz="3000">
                <a:solidFill>
                  <a:srgbClr val="262626"/>
                </a:solidFill>
                <a:latin typeface="微软雅黑" panose="020B0503020204020204" pitchFamily="34" charset="-122"/>
                <a:ea typeface="微软雅黑" panose="020B0503020204020204" pitchFamily="34" charset="-122"/>
              </a:rPr>
              <a:t>程序编写方法</a:t>
            </a:r>
            <a:endParaRPr lang="zh-CN" altLang="en-US" sz="3000">
              <a:solidFill>
                <a:srgbClr val="262626"/>
              </a:solidFill>
              <a:latin typeface="微软雅黑" panose="020B0503020204020204" pitchFamily="34" charset="-122"/>
              <a:ea typeface="微软雅黑" panose="020B0503020204020204" pitchFamily="34" charset="-122"/>
            </a:endParaRPr>
          </a:p>
        </p:txBody>
      </p:sp>
      <p:sp>
        <p:nvSpPr>
          <p:cNvPr id="7173" name="Rectangle 2"/>
          <p:cNvSpPr>
            <a:spLocks noChangeArrowheads="1"/>
          </p:cNvSpPr>
          <p:nvPr/>
        </p:nvSpPr>
        <p:spPr bwMode="auto">
          <a:xfrm>
            <a:off x="2096691" y="3752136"/>
            <a:ext cx="874275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3" name="图片 4"/>
          <p:cNvPicPr>
            <a:picLocks noChangeAspect="1" noChangeArrowheads="1"/>
          </p:cNvPicPr>
          <p:nvPr/>
        </p:nvPicPr>
        <p:blipFill>
          <a:blip r:embed="rId2"/>
          <a:srcRect/>
          <a:stretch>
            <a:fillRect/>
          </a:stretch>
        </p:blipFill>
        <p:spPr bwMode="auto">
          <a:xfrm>
            <a:off x="1184673" y="1038225"/>
            <a:ext cx="920353" cy="923925"/>
          </a:xfrm>
          <a:prstGeom prst="rect">
            <a:avLst/>
          </a:prstGeom>
          <a:noFill/>
          <a:ln>
            <a:noFill/>
          </a:ln>
          <a:effectLst>
            <a:outerShdw blurRad="63500" dist="38100" dir="2700000" algn="ctr" rotWithShape="0">
              <a:srgbClr val="000000">
                <a:alpha val="7999"/>
              </a:srgbClr>
            </a:outerShdw>
          </a:effectLst>
        </p:spPr>
      </p:pic>
      <p:sp>
        <p:nvSpPr>
          <p:cNvPr id="220164" name="TextBox 2"/>
          <p:cNvSpPr txBox="1">
            <a:spLocks noChangeArrowheads="1"/>
          </p:cNvSpPr>
          <p:nvPr/>
        </p:nvSpPr>
        <p:spPr bwMode="auto">
          <a:xfrm>
            <a:off x="1639492" y="1357313"/>
            <a:ext cx="2877711" cy="553998"/>
          </a:xfrm>
          <a:prstGeom prst="rect">
            <a:avLst/>
          </a:prstGeom>
          <a:noFill/>
          <a:ln>
            <a:noFill/>
          </a:ln>
          <a:effectLst>
            <a:outerShdw blurRad="63500" dist="38100" dir="2700000" algn="ctr" rotWithShape="0">
              <a:srgbClr val="000000">
                <a:alpha val="10999"/>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3000">
                <a:solidFill>
                  <a:srgbClr val="262626"/>
                </a:solidFill>
                <a:latin typeface="微软雅黑" panose="020B0503020204020204" pitchFamily="34" charset="-122"/>
                <a:ea typeface="微软雅黑" panose="020B0503020204020204" pitchFamily="34" charset="-122"/>
              </a:rPr>
              <a:t>程序的基本结构</a:t>
            </a:r>
            <a:endParaRPr lang="zh-CN" altLang="zh-CN" sz="3000">
              <a:solidFill>
                <a:srgbClr val="262626"/>
              </a:solidFill>
              <a:latin typeface="微软雅黑" panose="020B0503020204020204" pitchFamily="34" charset="-122"/>
              <a:ea typeface="微软雅黑" panose="020B0503020204020204" pitchFamily="34" charset="-122"/>
            </a:endParaRPr>
          </a:p>
        </p:txBody>
      </p:sp>
      <p:sp>
        <p:nvSpPr>
          <p:cNvPr id="9220" name="矩形 1"/>
          <p:cNvSpPr>
            <a:spLocks noChangeArrowheads="1"/>
          </p:cNvSpPr>
          <p:nvPr/>
        </p:nvSpPr>
        <p:spPr bwMode="auto">
          <a:xfrm>
            <a:off x="1639491" y="2281238"/>
            <a:ext cx="5994797" cy="336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714500" indent="-3429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0"/>
              </a:spcBef>
            </a:pPr>
            <a:r>
              <a:rPr lang="zh-CN" altLang="zh-CN" sz="1800">
                <a:latin typeface="微软雅黑" panose="020B0503020204020204" pitchFamily="34" charset="-122"/>
                <a:ea typeface="微软雅黑" panose="020B0503020204020204" pitchFamily="34" charset="-122"/>
              </a:rPr>
              <a:t>顺序结构是程序的基础，但单一的顺序结构不可能解决所有问题。</a:t>
            </a:r>
            <a:endParaRPr lang="zh-CN" altLang="en-US" sz="1800">
              <a:latin typeface="微软雅黑" panose="020B0503020204020204" pitchFamily="34" charset="-122"/>
              <a:ea typeface="微软雅黑" panose="020B0503020204020204" pitchFamily="34" charset="-122"/>
            </a:endParaRPr>
          </a:p>
          <a:p>
            <a:pPr eaLnBrk="1" hangingPunct="1">
              <a:lnSpc>
                <a:spcPct val="150000"/>
              </a:lnSpc>
              <a:spcBef>
                <a:spcPct val="0"/>
              </a:spcBef>
            </a:pPr>
            <a:r>
              <a:rPr lang="zh-CN" altLang="zh-CN" sz="1800">
                <a:latin typeface="微软雅黑" panose="020B0503020204020204" pitchFamily="34" charset="-122"/>
                <a:ea typeface="微软雅黑" panose="020B0503020204020204" pitchFamily="34" charset="-122"/>
              </a:rPr>
              <a:t>程序由三种基本结构组成：</a:t>
            </a:r>
            <a:endParaRPr lang="zh-CN" altLang="en-US" sz="1800">
              <a:latin typeface="微软雅黑" panose="020B0503020204020204" pitchFamily="34" charset="-122"/>
              <a:ea typeface="微软雅黑" panose="020B0503020204020204" pitchFamily="34" charset="-122"/>
            </a:endParaRPr>
          </a:p>
          <a:p>
            <a:pPr lvl="3" eaLnBrk="1" hangingPunct="1">
              <a:lnSpc>
                <a:spcPct val="150000"/>
              </a:lnSpc>
              <a:spcBef>
                <a:spcPct val="0"/>
              </a:spcBef>
              <a:buFont typeface="Wingdings" panose="05000000000000000000" pitchFamily="2" charset="2"/>
              <a:buChar char="n"/>
            </a:pPr>
            <a:r>
              <a:rPr lang="zh-CN" altLang="zh-CN" sz="1800">
                <a:latin typeface="微软雅黑" panose="020B0503020204020204" pitchFamily="34" charset="-122"/>
                <a:ea typeface="微软雅黑" panose="020B0503020204020204" pitchFamily="34" charset="-122"/>
              </a:rPr>
              <a:t>顺序结构</a:t>
            </a:r>
            <a:endParaRPr lang="zh-CN" altLang="en-US" sz="1800">
              <a:latin typeface="微软雅黑" panose="020B0503020204020204" pitchFamily="34" charset="-122"/>
              <a:ea typeface="微软雅黑" panose="020B0503020204020204" pitchFamily="34" charset="-122"/>
            </a:endParaRPr>
          </a:p>
          <a:p>
            <a:pPr lvl="3" eaLnBrk="1" hangingPunct="1">
              <a:lnSpc>
                <a:spcPct val="150000"/>
              </a:lnSpc>
              <a:spcBef>
                <a:spcPct val="0"/>
              </a:spcBef>
              <a:buFont typeface="Wingdings" panose="05000000000000000000" pitchFamily="2" charset="2"/>
              <a:buChar char="n"/>
            </a:pPr>
            <a:r>
              <a:rPr lang="zh-CN" altLang="zh-CN" sz="1800">
                <a:latin typeface="微软雅黑" panose="020B0503020204020204" pitchFamily="34" charset="-122"/>
                <a:ea typeface="微软雅黑" panose="020B0503020204020204" pitchFamily="34" charset="-122"/>
              </a:rPr>
              <a:t>分支结构</a:t>
            </a:r>
            <a:endParaRPr lang="zh-CN" altLang="en-US" sz="1800">
              <a:latin typeface="微软雅黑" panose="020B0503020204020204" pitchFamily="34" charset="-122"/>
              <a:ea typeface="微软雅黑" panose="020B0503020204020204" pitchFamily="34" charset="-122"/>
            </a:endParaRPr>
          </a:p>
          <a:p>
            <a:pPr lvl="3" eaLnBrk="1" hangingPunct="1">
              <a:lnSpc>
                <a:spcPct val="150000"/>
              </a:lnSpc>
              <a:spcBef>
                <a:spcPct val="0"/>
              </a:spcBef>
              <a:buFont typeface="Wingdings" panose="05000000000000000000" pitchFamily="2" charset="2"/>
              <a:buChar char="n"/>
            </a:pPr>
            <a:r>
              <a:rPr lang="zh-CN" altLang="zh-CN" sz="1800">
                <a:latin typeface="微软雅黑" panose="020B0503020204020204" pitchFamily="34" charset="-122"/>
                <a:ea typeface="微软雅黑" panose="020B0503020204020204" pitchFamily="34" charset="-122"/>
              </a:rPr>
              <a:t>循环结构</a:t>
            </a:r>
            <a:endParaRPr lang="zh-CN" altLang="en-US" sz="1800">
              <a:latin typeface="微软雅黑" panose="020B0503020204020204" pitchFamily="34" charset="-122"/>
              <a:ea typeface="微软雅黑" panose="020B0503020204020204" pitchFamily="34" charset="-122"/>
            </a:endParaRPr>
          </a:p>
          <a:p>
            <a:pPr eaLnBrk="1" hangingPunct="1">
              <a:lnSpc>
                <a:spcPct val="150000"/>
              </a:lnSpc>
              <a:spcBef>
                <a:spcPct val="0"/>
              </a:spcBef>
            </a:pPr>
            <a:r>
              <a:rPr lang="zh-CN" altLang="zh-CN" sz="1800">
                <a:latin typeface="微软雅黑" panose="020B0503020204020204" pitchFamily="34" charset="-122"/>
                <a:ea typeface="微软雅黑" panose="020B0503020204020204" pitchFamily="34" charset="-122"/>
              </a:rPr>
              <a:t>这些基本结构都有一个入口和一个出口。任何程序都由这三种基本结构组合而成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3" name="图片 4"/>
          <p:cNvPicPr>
            <a:picLocks noChangeAspect="1" noChangeArrowheads="1"/>
          </p:cNvPicPr>
          <p:nvPr/>
        </p:nvPicPr>
        <p:blipFill>
          <a:blip r:embed="rId2"/>
          <a:srcRect/>
          <a:stretch>
            <a:fillRect/>
          </a:stretch>
        </p:blipFill>
        <p:spPr bwMode="auto">
          <a:xfrm>
            <a:off x="1184673" y="1038225"/>
            <a:ext cx="920353" cy="923925"/>
          </a:xfrm>
          <a:prstGeom prst="rect">
            <a:avLst/>
          </a:prstGeom>
          <a:noFill/>
          <a:ln>
            <a:noFill/>
          </a:ln>
          <a:effectLst>
            <a:outerShdw blurRad="63500" dist="38100" dir="2700000" algn="ctr" rotWithShape="0">
              <a:srgbClr val="000000">
                <a:alpha val="7999"/>
              </a:srgbClr>
            </a:outerShdw>
          </a:effectLst>
        </p:spPr>
      </p:pic>
      <p:sp>
        <p:nvSpPr>
          <p:cNvPr id="220164" name="TextBox 2"/>
          <p:cNvSpPr txBox="1">
            <a:spLocks noChangeArrowheads="1"/>
          </p:cNvSpPr>
          <p:nvPr/>
        </p:nvSpPr>
        <p:spPr bwMode="auto">
          <a:xfrm>
            <a:off x="1639492" y="1357313"/>
            <a:ext cx="2877711" cy="553998"/>
          </a:xfrm>
          <a:prstGeom prst="rect">
            <a:avLst/>
          </a:prstGeom>
          <a:noFill/>
          <a:ln>
            <a:noFill/>
          </a:ln>
          <a:effectLst>
            <a:outerShdw blurRad="63500" dist="38100" dir="2700000" algn="ctr" rotWithShape="0">
              <a:srgbClr val="000000">
                <a:alpha val="10999"/>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3000">
                <a:solidFill>
                  <a:srgbClr val="262626"/>
                </a:solidFill>
                <a:latin typeface="微软雅黑" panose="020B0503020204020204" pitchFamily="34" charset="-122"/>
                <a:ea typeface="微软雅黑" panose="020B0503020204020204" pitchFamily="34" charset="-122"/>
              </a:rPr>
              <a:t>程序的基本结构</a:t>
            </a:r>
            <a:endParaRPr lang="zh-CN" altLang="zh-CN" sz="3000">
              <a:solidFill>
                <a:srgbClr val="262626"/>
              </a:solidFill>
              <a:latin typeface="微软雅黑" panose="020B0503020204020204" pitchFamily="34" charset="-122"/>
              <a:ea typeface="微软雅黑" panose="020B0503020204020204" pitchFamily="34" charset="-122"/>
            </a:endParaRPr>
          </a:p>
        </p:txBody>
      </p:sp>
      <p:sp>
        <p:nvSpPr>
          <p:cNvPr id="10244" name="Rectangle 1"/>
          <p:cNvSpPr>
            <a:spLocks noChangeArrowheads="1"/>
          </p:cNvSpPr>
          <p:nvPr/>
        </p:nvSpPr>
        <p:spPr bwMode="auto">
          <a:xfrm>
            <a:off x="1385888" y="1895841"/>
            <a:ext cx="6372225" cy="128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0"/>
              </a:spcBef>
            </a:pPr>
            <a:r>
              <a:rPr lang="zh-CN" altLang="zh-CN" sz="1800">
                <a:latin typeface="微软雅黑" panose="020B0503020204020204" pitchFamily="34" charset="-122"/>
                <a:ea typeface="微软雅黑" panose="020B0503020204020204" pitchFamily="34" charset="-122"/>
              </a:rPr>
              <a:t>顺序结构是程序按照线性顺序依次执行的一种运行方式，其中</a:t>
            </a:r>
            <a:r>
              <a:rPr lang="en-US" altLang="zh-CN" sz="1800">
                <a:latin typeface="微软雅黑" panose="020B0503020204020204" pitchFamily="34" charset="-122"/>
                <a:ea typeface="微软雅黑" panose="020B0503020204020204" pitchFamily="34" charset="-122"/>
              </a:rPr>
              <a:t>语句块1S1</a:t>
            </a:r>
            <a:r>
              <a:rPr lang="zh-CN" altLang="en-US" sz="1800">
                <a:latin typeface="微软雅黑" panose="020B0503020204020204" pitchFamily="34" charset="-122"/>
                <a:ea typeface="微软雅黑" panose="020B0503020204020204" pitchFamily="34" charset="-122"/>
              </a:rPr>
              <a:t>和</a:t>
            </a:r>
            <a:r>
              <a:rPr lang="en-US" altLang="en-US" sz="1800">
                <a:latin typeface="微软雅黑" panose="020B0503020204020204" pitchFamily="34" charset="-122"/>
                <a:ea typeface="微软雅黑" panose="020B0503020204020204" pitchFamily="34" charset="-122"/>
              </a:rPr>
              <a:t>语句块</a:t>
            </a:r>
            <a:r>
              <a:rPr lang="en-US" altLang="zh-CN" sz="1800">
                <a:latin typeface="微软雅黑" panose="020B0503020204020204" pitchFamily="34" charset="-122"/>
                <a:ea typeface="微软雅黑" panose="020B0503020204020204" pitchFamily="34" charset="-122"/>
              </a:rPr>
              <a:t>S2</a:t>
            </a:r>
            <a:r>
              <a:rPr lang="zh-CN" altLang="en-US" sz="1800">
                <a:latin typeface="微软雅黑" panose="020B0503020204020204" pitchFamily="34" charset="-122"/>
                <a:ea typeface="微软雅黑" panose="020B0503020204020204" pitchFamily="34" charset="-122"/>
              </a:rPr>
              <a:t>表示一个或一组顺序执行的语句 </a:t>
            </a:r>
            <a:endParaRPr lang="en-US" altLang="en-US" sz="1800">
              <a:latin typeface="微软雅黑" panose="020B0503020204020204" pitchFamily="34" charset="-122"/>
              <a:ea typeface="微软雅黑" panose="020B0503020204020204" pitchFamily="34" charset="-122"/>
            </a:endParaRPr>
          </a:p>
        </p:txBody>
      </p:sp>
      <p:pic>
        <p:nvPicPr>
          <p:cNvPr id="10245" name="图片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375" y="3375424"/>
            <a:ext cx="1133475" cy="194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3" name="图片 4"/>
          <p:cNvPicPr>
            <a:picLocks noChangeAspect="1" noChangeArrowheads="1"/>
          </p:cNvPicPr>
          <p:nvPr/>
        </p:nvPicPr>
        <p:blipFill>
          <a:blip r:embed="rId2"/>
          <a:srcRect/>
          <a:stretch>
            <a:fillRect/>
          </a:stretch>
        </p:blipFill>
        <p:spPr bwMode="auto">
          <a:xfrm>
            <a:off x="1184673" y="1038225"/>
            <a:ext cx="920353" cy="923925"/>
          </a:xfrm>
          <a:prstGeom prst="rect">
            <a:avLst/>
          </a:prstGeom>
          <a:noFill/>
          <a:ln>
            <a:noFill/>
          </a:ln>
          <a:effectLst>
            <a:outerShdw blurRad="63500" dist="38100" dir="2700000" algn="ctr" rotWithShape="0">
              <a:srgbClr val="000000">
                <a:alpha val="7999"/>
              </a:srgbClr>
            </a:outerShdw>
          </a:effectLst>
        </p:spPr>
      </p:pic>
      <p:sp>
        <p:nvSpPr>
          <p:cNvPr id="220164" name="TextBox 2"/>
          <p:cNvSpPr txBox="1">
            <a:spLocks noChangeArrowheads="1"/>
          </p:cNvSpPr>
          <p:nvPr/>
        </p:nvSpPr>
        <p:spPr bwMode="auto">
          <a:xfrm>
            <a:off x="1639492" y="1357313"/>
            <a:ext cx="2877711" cy="553998"/>
          </a:xfrm>
          <a:prstGeom prst="rect">
            <a:avLst/>
          </a:prstGeom>
          <a:noFill/>
          <a:ln>
            <a:noFill/>
          </a:ln>
          <a:effectLst>
            <a:outerShdw blurRad="63500" dist="38100" dir="2700000" algn="ctr" rotWithShape="0">
              <a:srgbClr val="000000">
                <a:alpha val="10999"/>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3000">
                <a:solidFill>
                  <a:srgbClr val="262626"/>
                </a:solidFill>
                <a:latin typeface="微软雅黑" panose="020B0503020204020204" pitchFamily="34" charset="-122"/>
                <a:ea typeface="微软雅黑" panose="020B0503020204020204" pitchFamily="34" charset="-122"/>
              </a:rPr>
              <a:t>程序的基本结构</a:t>
            </a:r>
            <a:endParaRPr lang="zh-CN" altLang="zh-CN" sz="3000">
              <a:solidFill>
                <a:srgbClr val="262626"/>
              </a:solidFill>
              <a:latin typeface="微软雅黑" panose="020B0503020204020204" pitchFamily="34" charset="-122"/>
              <a:ea typeface="微软雅黑" panose="020B0503020204020204" pitchFamily="34" charset="-122"/>
            </a:endParaRPr>
          </a:p>
        </p:txBody>
      </p:sp>
      <p:sp>
        <p:nvSpPr>
          <p:cNvPr id="11268" name="Rectangle 1"/>
          <p:cNvSpPr>
            <a:spLocks noChangeArrowheads="1"/>
          </p:cNvSpPr>
          <p:nvPr/>
        </p:nvSpPr>
        <p:spPr bwMode="auto">
          <a:xfrm>
            <a:off x="1601391" y="2111941"/>
            <a:ext cx="6399609" cy="128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0"/>
              </a:spcBef>
              <a:buFontTx/>
              <a:buNone/>
            </a:pPr>
            <a:r>
              <a:rPr lang="zh-CN" altLang="zh-CN" sz="1800">
                <a:latin typeface="微软雅黑" panose="020B0503020204020204" pitchFamily="34" charset="-122"/>
                <a:ea typeface="微软雅黑" panose="020B0503020204020204" pitchFamily="34" charset="-122"/>
              </a:rPr>
              <a:t>分支结构是程序根据条件判断结果而选择不同向前执行路径的一种运行方式，包括单分支结构和二分支结构。由二分支结构会组合形成多分支结构 </a:t>
            </a:r>
            <a:endParaRPr lang="en-US" altLang="en-US" sz="1800">
              <a:latin typeface="微软雅黑" panose="020B0503020204020204" pitchFamily="34" charset="-122"/>
              <a:ea typeface="微软雅黑" panose="020B0503020204020204" pitchFamily="34" charset="-122"/>
            </a:endParaRPr>
          </a:p>
        </p:txBody>
      </p:sp>
      <p:pic>
        <p:nvPicPr>
          <p:cNvPr id="11269"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4131" y="3414714"/>
            <a:ext cx="4114800" cy="2399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3" name="图片 4"/>
          <p:cNvPicPr>
            <a:picLocks noChangeAspect="1" noChangeArrowheads="1"/>
          </p:cNvPicPr>
          <p:nvPr/>
        </p:nvPicPr>
        <p:blipFill>
          <a:blip r:embed="rId2"/>
          <a:srcRect/>
          <a:stretch>
            <a:fillRect/>
          </a:stretch>
        </p:blipFill>
        <p:spPr bwMode="auto">
          <a:xfrm>
            <a:off x="1184673" y="1038225"/>
            <a:ext cx="920353" cy="923925"/>
          </a:xfrm>
          <a:prstGeom prst="rect">
            <a:avLst/>
          </a:prstGeom>
          <a:noFill/>
          <a:ln>
            <a:noFill/>
          </a:ln>
          <a:effectLst>
            <a:outerShdw blurRad="63500" dist="38100" dir="2700000" algn="ctr" rotWithShape="0">
              <a:srgbClr val="000000">
                <a:alpha val="7999"/>
              </a:srgbClr>
            </a:outerShdw>
          </a:effectLst>
        </p:spPr>
      </p:pic>
      <p:sp>
        <p:nvSpPr>
          <p:cNvPr id="220164" name="TextBox 2"/>
          <p:cNvSpPr txBox="1">
            <a:spLocks noChangeArrowheads="1"/>
          </p:cNvSpPr>
          <p:nvPr/>
        </p:nvSpPr>
        <p:spPr bwMode="auto">
          <a:xfrm>
            <a:off x="1639492" y="1357313"/>
            <a:ext cx="2877711" cy="553998"/>
          </a:xfrm>
          <a:prstGeom prst="rect">
            <a:avLst/>
          </a:prstGeom>
          <a:noFill/>
          <a:ln>
            <a:noFill/>
          </a:ln>
          <a:effectLst>
            <a:outerShdw blurRad="63500" dist="38100" dir="2700000" algn="ctr" rotWithShape="0">
              <a:srgbClr val="000000">
                <a:alpha val="10999"/>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zh-CN" altLang="en-US" sz="3000">
                <a:solidFill>
                  <a:srgbClr val="262626"/>
                </a:solidFill>
                <a:latin typeface="微软雅黑" panose="020B0503020204020204" pitchFamily="34" charset="-122"/>
                <a:ea typeface="微软雅黑" panose="020B0503020204020204" pitchFamily="34" charset="-122"/>
              </a:rPr>
              <a:t>程序的基本结构</a:t>
            </a:r>
            <a:endParaRPr lang="zh-CN" altLang="zh-CN" sz="3000">
              <a:solidFill>
                <a:srgbClr val="262626"/>
              </a:solidFill>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1645445" y="2035301"/>
            <a:ext cx="5993606" cy="1615827"/>
          </a:xfrm>
          <a:prstGeom prst="rect">
            <a:avLst/>
          </a:prstGeom>
          <a:noFill/>
          <a:ln>
            <a:noFill/>
          </a:ln>
          <a:effectLst/>
        </p:spPr>
        <p:txBody>
          <a:bodyPr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ct val="150000"/>
              </a:lnSpc>
              <a:defRPr/>
            </a:pPr>
            <a:r>
              <a:rPr lang="zh-CN" altLang="zh-CN" dirty="0">
                <a:latin typeface="微软雅黑" panose="020B0503020204020204" pitchFamily="34" charset="-122"/>
                <a:ea typeface="微软雅黑" panose="020B0503020204020204" pitchFamily="34" charset="-122"/>
              </a:rPr>
              <a:t>循环结构是程序根据条件判断结果向后反复执行的一种运行方式，根据循环体触发条件不同，包括条件循环和遍历循环结构</a:t>
            </a:r>
            <a:endParaRPr lang="zh-CN" altLang="zh-CN" dirty="0"/>
          </a:p>
          <a:p>
            <a:pPr eaLnBrk="1" hangingPunct="1">
              <a:defRPr/>
            </a:pPr>
            <a:endParaRPr lang="zh-CN" altLang="zh-CN" dirty="0"/>
          </a:p>
        </p:txBody>
      </p:sp>
      <p:pic>
        <p:nvPicPr>
          <p:cNvPr id="1229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564" y="3650458"/>
            <a:ext cx="3750469" cy="1907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Box 2">
            <a:extLst>
              <a:ext uri="{FF2B5EF4-FFF2-40B4-BE49-F238E27FC236}">
                <a16:creationId xmlns:a16="http://schemas.microsoft.com/office/drawing/2014/main" id="{90F6F505-2E41-4390-BDAD-CCC38C27ACDC}"/>
              </a:ext>
            </a:extLst>
          </p:cNvPr>
          <p:cNvSpPr txBox="1">
            <a:spLocks noChangeArrowheads="1"/>
          </p:cNvSpPr>
          <p:nvPr/>
        </p:nvSpPr>
        <p:spPr bwMode="auto">
          <a:xfrm>
            <a:off x="1655763" y="2849563"/>
            <a:ext cx="57245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5400">
                <a:latin typeface="微软雅黑" panose="020B0503020204020204" pitchFamily="34" charset="-122"/>
                <a:ea typeface="微软雅黑" panose="020B0503020204020204" pitchFamily="34" charset="-122"/>
              </a:rPr>
              <a:t>温度转换程序实例</a:t>
            </a:r>
            <a:endParaRPr lang="zh-CN" altLang="en-US" sz="540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5C513C78-D408-4DDE-B8CA-A3191C122B45}"/>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EB872E59-E936-49E8-86BC-B0F2A51CF248}"/>
              </a:ext>
            </a:extLst>
          </p:cNvPr>
          <p:cNvSpPr txBox="1">
            <a:spLocks noChangeArrowheads="1"/>
          </p:cNvSpPr>
          <p:nvPr/>
        </p:nvSpPr>
        <p:spPr bwMode="auto">
          <a:xfrm>
            <a:off x="1187450" y="765175"/>
            <a:ext cx="2236788"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4000" dirty="0">
                <a:solidFill>
                  <a:schemeClr val="tx1">
                    <a:lumMod val="85000"/>
                    <a:lumOff val="15000"/>
                  </a:schemeClr>
                </a:solidFill>
                <a:latin typeface="微软雅黑" panose="020B0503020204020204" pitchFamily="34" charset="-122"/>
                <a:ea typeface="微软雅黑" panose="020B0503020204020204" pitchFamily="34" charset="-122"/>
              </a:rPr>
              <a:t>温度体系</a:t>
            </a:r>
          </a:p>
        </p:txBody>
      </p:sp>
      <p:sp>
        <p:nvSpPr>
          <p:cNvPr id="7171" name="TextBox 2">
            <a:extLst>
              <a:ext uri="{FF2B5EF4-FFF2-40B4-BE49-F238E27FC236}">
                <a16:creationId xmlns:a16="http://schemas.microsoft.com/office/drawing/2014/main" id="{CAC84CBA-4A94-47C7-A228-6EB1022D129C}"/>
              </a:ext>
            </a:extLst>
          </p:cNvPr>
          <p:cNvSpPr txBox="1">
            <a:spLocks noChangeArrowheads="1"/>
          </p:cNvSpPr>
          <p:nvPr/>
        </p:nvSpPr>
        <p:spPr bwMode="auto">
          <a:xfrm>
            <a:off x="468313" y="2005013"/>
            <a:ext cx="806450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pPr>
            <a:r>
              <a:rPr lang="zh-CN" altLang="en-US" sz="2400">
                <a:latin typeface="微软雅黑" panose="020B0503020204020204" pitchFamily="34" charset="-122"/>
                <a:ea typeface="微软雅黑" panose="020B0503020204020204" pitchFamily="34" charset="-122"/>
              </a:rPr>
              <a:t>       温度刻画存在不同体系，摄氏度以</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标准大气压下水的结冰点为</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度，沸点为</a:t>
            </a:r>
            <a:r>
              <a:rPr lang="en-US" altLang="zh-CN" sz="2400">
                <a:latin typeface="微软雅黑" panose="020B0503020204020204" pitchFamily="34" charset="-122"/>
                <a:ea typeface="微软雅黑" panose="020B0503020204020204" pitchFamily="34" charset="-122"/>
              </a:rPr>
              <a:t>100</a:t>
            </a:r>
            <a:r>
              <a:rPr lang="zh-CN" altLang="en-US" sz="2400">
                <a:latin typeface="微软雅黑" panose="020B0503020204020204" pitchFamily="34" charset="-122"/>
                <a:ea typeface="微软雅黑" panose="020B0503020204020204" pitchFamily="34" charset="-122"/>
              </a:rPr>
              <a:t>度，将温度进行等分刻画。华氏度以</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标准大气压下水的结冰点为</a:t>
            </a:r>
            <a:r>
              <a:rPr lang="en-US" altLang="zh-CN" sz="2400">
                <a:latin typeface="微软雅黑" panose="020B0503020204020204" pitchFamily="34" charset="-122"/>
                <a:ea typeface="微软雅黑" panose="020B0503020204020204" pitchFamily="34" charset="-122"/>
              </a:rPr>
              <a:t>32</a:t>
            </a:r>
            <a:r>
              <a:rPr lang="zh-CN" altLang="en-US" sz="2400">
                <a:latin typeface="微软雅黑" panose="020B0503020204020204" pitchFamily="34" charset="-122"/>
                <a:ea typeface="微软雅黑" panose="020B0503020204020204" pitchFamily="34" charset="-122"/>
              </a:rPr>
              <a:t>度，沸点为</a:t>
            </a:r>
            <a:r>
              <a:rPr lang="en-US" altLang="zh-CN" sz="2400">
                <a:latin typeface="微软雅黑" panose="020B0503020204020204" pitchFamily="34" charset="-122"/>
                <a:ea typeface="微软雅黑" panose="020B0503020204020204" pitchFamily="34" charset="-122"/>
              </a:rPr>
              <a:t>212</a:t>
            </a:r>
            <a:r>
              <a:rPr lang="zh-CN" altLang="en-US" sz="2400">
                <a:latin typeface="微软雅黑" panose="020B0503020204020204" pitchFamily="34" charset="-122"/>
                <a:ea typeface="微软雅黑" panose="020B0503020204020204" pitchFamily="34" charset="-122"/>
              </a:rPr>
              <a:t>度，将温度进行等分刻画。</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780D8188-BF51-428B-BE46-30C44F75B37A}"/>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8FCA8C47-059D-45E8-974B-CC0AA2D61D3A}"/>
              </a:ext>
            </a:extLst>
          </p:cNvPr>
          <p:cNvSpPr txBox="1">
            <a:spLocks noChangeArrowheads="1"/>
          </p:cNvSpPr>
          <p:nvPr/>
        </p:nvSpPr>
        <p:spPr bwMode="auto">
          <a:xfrm>
            <a:off x="1187450" y="765175"/>
            <a:ext cx="326231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温度转换实例</a:t>
            </a:r>
          </a:p>
        </p:txBody>
      </p:sp>
      <p:sp>
        <p:nvSpPr>
          <p:cNvPr id="8195" name="TextBox 2">
            <a:extLst>
              <a:ext uri="{FF2B5EF4-FFF2-40B4-BE49-F238E27FC236}">
                <a16:creationId xmlns:a16="http://schemas.microsoft.com/office/drawing/2014/main" id="{9D1A4A51-2103-4432-BD16-E7074AED055B}"/>
              </a:ext>
            </a:extLst>
          </p:cNvPr>
          <p:cNvSpPr txBox="1">
            <a:spLocks noChangeArrowheads="1"/>
          </p:cNvSpPr>
          <p:nvPr/>
        </p:nvSpPr>
        <p:spPr bwMode="auto">
          <a:xfrm>
            <a:off x="611188" y="1844675"/>
            <a:ext cx="80645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pPr>
            <a:r>
              <a:rPr lang="zh-CN" altLang="en-US" sz="2800">
                <a:latin typeface="微软雅黑" panose="020B0503020204020204" pitchFamily="34" charset="-122"/>
                <a:ea typeface="微软雅黑" panose="020B0503020204020204" pitchFamily="34" charset="-122"/>
              </a:rPr>
              <a:t>问题：如何利用</a:t>
            </a:r>
            <a:r>
              <a:rPr lang="en-US" altLang="zh-CN" sz="2800">
                <a:latin typeface="微软雅黑" panose="020B0503020204020204" pitchFamily="34" charset="-122"/>
                <a:ea typeface="微软雅黑" panose="020B0503020204020204" pitchFamily="34" charset="-122"/>
              </a:rPr>
              <a:t>Python</a:t>
            </a:r>
            <a:r>
              <a:rPr lang="zh-CN" altLang="en-US" sz="2800">
                <a:latin typeface="微软雅黑" panose="020B0503020204020204" pitchFamily="34" charset="-122"/>
                <a:ea typeface="微软雅黑" panose="020B0503020204020204" pitchFamily="34" charset="-122"/>
              </a:rPr>
              <a:t>程序进行摄氏度和华氏度之间的转换</a:t>
            </a:r>
            <a:endParaRPr lang="en-US" altLang="zh-CN" sz="28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步骤</a:t>
            </a:r>
            <a:r>
              <a:rPr lang="en-US" altLang="zh-CN" sz="2800">
                <a:latin typeface="微软雅黑" panose="020B0503020204020204" pitchFamily="34" charset="-122"/>
                <a:ea typeface="微软雅黑" panose="020B0503020204020204" pitchFamily="34" charset="-122"/>
              </a:rPr>
              <a:t>1</a:t>
            </a:r>
            <a:r>
              <a:rPr lang="zh-CN" altLang="en-US" sz="2800">
                <a:latin typeface="微软雅黑" panose="020B0503020204020204" pitchFamily="34" charset="-122"/>
                <a:ea typeface="微软雅黑" panose="020B0503020204020204" pitchFamily="34" charset="-122"/>
              </a:rPr>
              <a:t>：分析问题的计算部分：采用公式转换方式解决计算问题</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5EDE1B4A-446F-41B3-9185-46335BDB1B82}"/>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F45CB661-E8D8-4FB6-96D4-46EFFD2A85F4}"/>
              </a:ext>
            </a:extLst>
          </p:cNvPr>
          <p:cNvSpPr txBox="1">
            <a:spLocks noChangeArrowheads="1"/>
          </p:cNvSpPr>
          <p:nvPr/>
        </p:nvSpPr>
        <p:spPr bwMode="auto">
          <a:xfrm>
            <a:off x="1187450" y="765175"/>
            <a:ext cx="326231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温度转换实例</a:t>
            </a:r>
          </a:p>
        </p:txBody>
      </p:sp>
      <p:sp>
        <p:nvSpPr>
          <p:cNvPr id="9219" name="TextBox 2">
            <a:extLst>
              <a:ext uri="{FF2B5EF4-FFF2-40B4-BE49-F238E27FC236}">
                <a16:creationId xmlns:a16="http://schemas.microsoft.com/office/drawing/2014/main" id="{49E53CB0-4857-405C-ACE2-711432EFF762}"/>
              </a:ext>
            </a:extLst>
          </p:cNvPr>
          <p:cNvSpPr txBox="1">
            <a:spLocks noChangeArrowheads="1"/>
          </p:cNvSpPr>
          <p:nvPr/>
        </p:nvSpPr>
        <p:spPr bwMode="auto">
          <a:xfrm>
            <a:off x="611188" y="1844675"/>
            <a:ext cx="80645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步骤</a:t>
            </a:r>
            <a:r>
              <a:rPr lang="en-US" altLang="zh-CN" sz="2800">
                <a:latin typeface="微软雅黑" panose="020B0503020204020204" pitchFamily="34" charset="-122"/>
                <a:ea typeface="微软雅黑" panose="020B0503020204020204" pitchFamily="34" charset="-122"/>
              </a:rPr>
              <a:t>2</a:t>
            </a:r>
            <a:r>
              <a:rPr lang="zh-CN" altLang="en-US" sz="2800">
                <a:latin typeface="微软雅黑" panose="020B0503020204020204" pitchFamily="34" charset="-122"/>
                <a:ea typeface="微软雅黑" panose="020B0503020204020204" pitchFamily="34" charset="-122"/>
              </a:rPr>
              <a:t>：确定功能</a:t>
            </a:r>
            <a:endParaRPr lang="en-US" altLang="zh-CN" sz="2800">
              <a:latin typeface="微软雅黑" panose="020B0503020204020204" pitchFamily="34" charset="-122"/>
              <a:ea typeface="微软雅黑" panose="020B0503020204020204" pitchFamily="34" charset="-122"/>
            </a:endParaRPr>
          </a:p>
          <a:p>
            <a:pPr lvl="2" eaLnBrk="1" hangingPunct="1">
              <a:lnSpc>
                <a:spcPct val="200000"/>
              </a:lnSpc>
            </a:pPr>
            <a:r>
              <a:rPr lang="en-US" altLang="zh-CN" sz="28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输入：华氏或者摄氏温度值、温度标识</a:t>
            </a:r>
            <a:endParaRPr lang="en-US" altLang="zh-CN" sz="2400">
              <a:latin typeface="微软雅黑" panose="020B0503020204020204" pitchFamily="34" charset="-122"/>
              <a:ea typeface="微软雅黑" panose="020B0503020204020204" pitchFamily="34" charset="-122"/>
            </a:endParaRPr>
          </a:p>
          <a:p>
            <a:pPr lvl="2" eaLnBrk="1" hangingPunct="1">
              <a:lnSpc>
                <a:spcPct val="200000"/>
              </a:lnSpc>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处理：温度转化算法</a:t>
            </a:r>
            <a:endParaRPr lang="en-US" altLang="zh-CN" sz="2400">
              <a:latin typeface="微软雅黑" panose="020B0503020204020204" pitchFamily="34" charset="-122"/>
              <a:ea typeface="微软雅黑" panose="020B0503020204020204" pitchFamily="34" charset="-122"/>
            </a:endParaRPr>
          </a:p>
          <a:p>
            <a:pPr lvl="2" eaLnBrk="1" hangingPunct="1">
              <a:lnSpc>
                <a:spcPct val="200000"/>
              </a:lnSpc>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输出：华氏或者摄氏温度值、温度标识</a:t>
            </a:r>
            <a:endParaRPr lang="en-US" altLang="zh-CN" sz="2800">
              <a:latin typeface="微软雅黑" panose="020B0503020204020204" pitchFamily="34" charset="-122"/>
              <a:ea typeface="微软雅黑" panose="020B0503020204020204" pitchFamily="34" charset="-122"/>
            </a:endParaRPr>
          </a:p>
          <a:p>
            <a:pPr lvl="2" eaLnBrk="1" hangingPunct="1">
              <a:lnSpc>
                <a:spcPct val="200000"/>
              </a:lnSpc>
            </a:pPr>
            <a:r>
              <a:rPr lang="en-US" altLang="zh-CN" sz="2000" b="1">
                <a:latin typeface="华文楷体" panose="02010600040101010101" pitchFamily="2" charset="-122"/>
                <a:ea typeface="华文楷体" panose="02010600040101010101" pitchFamily="2" charset="-122"/>
              </a:rPr>
              <a:t>                 F</a:t>
            </a:r>
            <a:r>
              <a:rPr lang="zh-CN" altLang="en-US" sz="2000" b="1">
                <a:latin typeface="华文楷体" panose="02010600040101010101" pitchFamily="2" charset="-122"/>
                <a:ea typeface="华文楷体" panose="02010600040101010101" pitchFamily="2" charset="-122"/>
              </a:rPr>
              <a:t>表示华氏度，</a:t>
            </a:r>
            <a:r>
              <a:rPr lang="en-US" altLang="zh-CN" sz="2000" b="1">
                <a:latin typeface="华文楷体" panose="02010600040101010101" pitchFamily="2" charset="-122"/>
                <a:ea typeface="华文楷体" panose="02010600040101010101" pitchFamily="2" charset="-122"/>
              </a:rPr>
              <a:t>82F</a:t>
            </a:r>
            <a:r>
              <a:rPr lang="zh-CN" altLang="en-US" sz="2000" b="1">
                <a:latin typeface="华文楷体" panose="02010600040101010101" pitchFamily="2" charset="-122"/>
                <a:ea typeface="华文楷体" panose="02010600040101010101" pitchFamily="2" charset="-122"/>
              </a:rPr>
              <a:t>表示华氏</a:t>
            </a:r>
            <a:r>
              <a:rPr lang="en-US" altLang="zh-CN" sz="2000" b="1">
                <a:latin typeface="华文楷体" panose="02010600040101010101" pitchFamily="2" charset="-122"/>
                <a:ea typeface="华文楷体" panose="02010600040101010101" pitchFamily="2" charset="-122"/>
              </a:rPr>
              <a:t>82</a:t>
            </a:r>
            <a:r>
              <a:rPr lang="zh-CN" altLang="en-US" sz="2000" b="1">
                <a:latin typeface="华文楷体" panose="02010600040101010101" pitchFamily="2" charset="-122"/>
                <a:ea typeface="华文楷体" panose="02010600040101010101" pitchFamily="2" charset="-122"/>
              </a:rPr>
              <a:t>度</a:t>
            </a:r>
            <a:endParaRPr lang="en-US" altLang="zh-CN" sz="2000" b="1">
              <a:latin typeface="华文楷体" panose="02010600040101010101" pitchFamily="2" charset="-122"/>
              <a:ea typeface="华文楷体" panose="02010600040101010101" pitchFamily="2" charset="-122"/>
            </a:endParaRPr>
          </a:p>
          <a:p>
            <a:pPr lvl="2" eaLnBrk="1" hangingPunct="1">
              <a:lnSpc>
                <a:spcPct val="200000"/>
              </a:lnSpc>
            </a:pPr>
            <a:r>
              <a:rPr lang="en-US" altLang="zh-CN" sz="2000" b="1">
                <a:latin typeface="华文楷体" panose="02010600040101010101" pitchFamily="2" charset="-122"/>
                <a:ea typeface="华文楷体" panose="02010600040101010101" pitchFamily="2" charset="-122"/>
              </a:rPr>
              <a:t>                 C</a:t>
            </a:r>
            <a:r>
              <a:rPr lang="zh-CN" altLang="en-US" sz="2000" b="1">
                <a:latin typeface="华文楷体" panose="02010600040101010101" pitchFamily="2" charset="-122"/>
                <a:ea typeface="华文楷体" panose="02010600040101010101" pitchFamily="2" charset="-122"/>
              </a:rPr>
              <a:t>表示摄氏度，</a:t>
            </a:r>
            <a:r>
              <a:rPr lang="en-US" altLang="zh-CN" sz="2000" b="1">
                <a:latin typeface="华文楷体" panose="02010600040101010101" pitchFamily="2" charset="-122"/>
                <a:ea typeface="华文楷体" panose="02010600040101010101" pitchFamily="2" charset="-122"/>
              </a:rPr>
              <a:t>28C</a:t>
            </a:r>
            <a:r>
              <a:rPr lang="zh-CN" altLang="en-US" sz="2000" b="1">
                <a:latin typeface="华文楷体" panose="02010600040101010101" pitchFamily="2" charset="-122"/>
                <a:ea typeface="华文楷体" panose="02010600040101010101" pitchFamily="2" charset="-122"/>
              </a:rPr>
              <a:t>表示摄氏</a:t>
            </a:r>
            <a:r>
              <a:rPr lang="en-US" altLang="zh-CN" sz="2000" b="1">
                <a:latin typeface="华文楷体" panose="02010600040101010101" pitchFamily="2" charset="-122"/>
                <a:ea typeface="华文楷体" panose="02010600040101010101" pitchFamily="2" charset="-122"/>
              </a:rPr>
              <a:t>28</a:t>
            </a:r>
            <a:r>
              <a:rPr lang="zh-CN" altLang="en-US" sz="2000" b="1">
                <a:latin typeface="华文楷体" panose="02010600040101010101" pitchFamily="2" charset="-122"/>
                <a:ea typeface="华文楷体" panose="02010600040101010101" pitchFamily="2" charset="-122"/>
              </a:rPr>
              <a:t>度</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7C5CA3A7-6376-426C-AFE8-1D7754885A74}"/>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CC1B5854-3C66-4CDF-B3E4-66A3661572DD}"/>
              </a:ext>
            </a:extLst>
          </p:cNvPr>
          <p:cNvSpPr txBox="1">
            <a:spLocks noChangeArrowheads="1"/>
          </p:cNvSpPr>
          <p:nvPr/>
        </p:nvSpPr>
        <p:spPr bwMode="auto">
          <a:xfrm>
            <a:off x="1187450" y="765175"/>
            <a:ext cx="326231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温度转换实例</a:t>
            </a:r>
          </a:p>
        </p:txBody>
      </p:sp>
      <p:sp>
        <p:nvSpPr>
          <p:cNvPr id="10243" name="TextBox 2">
            <a:extLst>
              <a:ext uri="{FF2B5EF4-FFF2-40B4-BE49-F238E27FC236}">
                <a16:creationId xmlns:a16="http://schemas.microsoft.com/office/drawing/2014/main" id="{89097B9B-C90A-4173-A607-3EBBAE4C51D3}"/>
              </a:ext>
            </a:extLst>
          </p:cNvPr>
          <p:cNvSpPr txBox="1">
            <a:spLocks noChangeArrowheads="1"/>
          </p:cNvSpPr>
          <p:nvPr/>
        </p:nvSpPr>
        <p:spPr bwMode="auto">
          <a:xfrm>
            <a:off x="611188" y="1844675"/>
            <a:ext cx="80645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步骤</a:t>
            </a:r>
            <a:r>
              <a:rPr lang="en-US" altLang="zh-CN" sz="2800">
                <a:latin typeface="微软雅黑" panose="020B0503020204020204" pitchFamily="34" charset="-122"/>
                <a:ea typeface="微软雅黑" panose="020B0503020204020204" pitchFamily="34" charset="-122"/>
              </a:rPr>
              <a:t>3</a:t>
            </a:r>
            <a:r>
              <a:rPr lang="zh-CN" altLang="en-US" sz="2800">
                <a:latin typeface="微软雅黑" panose="020B0503020204020204" pitchFamily="34" charset="-122"/>
                <a:ea typeface="微软雅黑" panose="020B0503020204020204" pitchFamily="34" charset="-122"/>
              </a:rPr>
              <a:t>：设计算法</a:t>
            </a:r>
            <a:endParaRPr lang="en-US" altLang="zh-CN" sz="2800">
              <a:latin typeface="微软雅黑" panose="020B0503020204020204" pitchFamily="34" charset="-122"/>
              <a:ea typeface="微软雅黑" panose="020B0503020204020204" pitchFamily="34" charset="-122"/>
            </a:endParaRPr>
          </a:p>
          <a:p>
            <a:pPr lvl="2" eaLnBrk="1" hangingPunct="1">
              <a:lnSpc>
                <a:spcPct val="200000"/>
              </a:lnSpc>
            </a:pPr>
            <a:r>
              <a:rPr lang="zh-CN" altLang="en-US" sz="2400">
                <a:latin typeface="微软雅黑" panose="020B0503020204020204" pitchFamily="34" charset="-122"/>
                <a:ea typeface="微软雅黑" panose="020B0503020204020204" pitchFamily="34" charset="-122"/>
              </a:rPr>
              <a:t>根据华氏和摄氏温度定义，转换公式如下：</a:t>
            </a:r>
            <a:endParaRPr lang="en-US" altLang="zh-CN" sz="2400">
              <a:latin typeface="微软雅黑" panose="020B0503020204020204" pitchFamily="34" charset="-122"/>
              <a:ea typeface="微软雅黑" panose="020B0503020204020204" pitchFamily="34" charset="-122"/>
            </a:endParaRPr>
          </a:p>
          <a:p>
            <a:pPr lvl="2" eaLnBrk="1" hangingPunct="1">
              <a:lnSpc>
                <a:spcPct val="200000"/>
              </a:lnSpc>
            </a:pPr>
            <a:r>
              <a:rPr lang="en-US" altLang="zh-CN" sz="2400">
                <a:latin typeface="微软雅黑" panose="020B0503020204020204" pitchFamily="34" charset="-122"/>
                <a:ea typeface="微软雅黑" panose="020B0503020204020204" pitchFamily="34" charset="-122"/>
              </a:rPr>
              <a:t>          C = ( F – 32 ) / 1.8</a:t>
            </a:r>
          </a:p>
          <a:p>
            <a:pPr lvl="2" eaLnBrk="1" hangingPunct="1">
              <a:lnSpc>
                <a:spcPct val="200000"/>
              </a:lnSpc>
            </a:pPr>
            <a:r>
              <a:rPr lang="en-US" altLang="zh-CN" sz="2400">
                <a:latin typeface="微软雅黑" panose="020B0503020204020204" pitchFamily="34" charset="-122"/>
                <a:ea typeface="微软雅黑" panose="020B0503020204020204" pitchFamily="34" charset="-122"/>
              </a:rPr>
              <a:t>          F = C * 1.8 + 32</a:t>
            </a:r>
          </a:p>
          <a:p>
            <a:pPr lvl="1" eaLnBrk="1" hangingPunct="1">
              <a:lnSpc>
                <a:spcPct val="200000"/>
              </a:lnSpc>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其中，</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表示摄氏温度，</a:t>
            </a:r>
            <a:r>
              <a:rPr lang="en-US" altLang="zh-CN" sz="2400">
                <a:latin typeface="微软雅黑" panose="020B0503020204020204" pitchFamily="34" charset="-122"/>
                <a:ea typeface="微软雅黑" panose="020B0503020204020204" pitchFamily="34" charset="-122"/>
              </a:rPr>
              <a:t>F</a:t>
            </a:r>
            <a:r>
              <a:rPr lang="zh-CN" altLang="en-US" sz="2400">
                <a:latin typeface="微软雅黑" panose="020B0503020204020204" pitchFamily="34" charset="-122"/>
                <a:ea typeface="微软雅黑" panose="020B0503020204020204" pitchFamily="34" charset="-122"/>
              </a:rPr>
              <a:t>表示华氏温度</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F89C35DD-19C7-44BA-B2D1-2EE62C0E38DC}"/>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C704EAAA-10B0-4A35-9BF7-044A55BD51BF}"/>
              </a:ext>
            </a:extLst>
          </p:cNvPr>
          <p:cNvSpPr txBox="1">
            <a:spLocks noChangeArrowheads="1"/>
          </p:cNvSpPr>
          <p:nvPr/>
        </p:nvSpPr>
        <p:spPr bwMode="auto">
          <a:xfrm>
            <a:off x="1187450" y="765175"/>
            <a:ext cx="326231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温度转换实例</a:t>
            </a:r>
          </a:p>
        </p:txBody>
      </p:sp>
      <p:sp>
        <p:nvSpPr>
          <p:cNvPr id="11267" name="TextBox 2">
            <a:extLst>
              <a:ext uri="{FF2B5EF4-FFF2-40B4-BE49-F238E27FC236}">
                <a16:creationId xmlns:a16="http://schemas.microsoft.com/office/drawing/2014/main" id="{9B4D62ED-028F-449F-B268-A54F9FC7AA36}"/>
              </a:ext>
            </a:extLst>
          </p:cNvPr>
          <p:cNvSpPr txBox="1">
            <a:spLocks noChangeArrowheads="1"/>
          </p:cNvSpPr>
          <p:nvPr/>
        </p:nvSpPr>
        <p:spPr bwMode="auto">
          <a:xfrm>
            <a:off x="412750" y="1612900"/>
            <a:ext cx="80645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步骤</a:t>
            </a:r>
            <a:r>
              <a:rPr lang="en-US" altLang="zh-CN" sz="2800">
                <a:latin typeface="微软雅黑" panose="020B0503020204020204" pitchFamily="34" charset="-122"/>
                <a:ea typeface="微软雅黑" panose="020B0503020204020204" pitchFamily="34" charset="-122"/>
              </a:rPr>
              <a:t>4</a:t>
            </a:r>
            <a:r>
              <a:rPr lang="zh-CN" altLang="en-US" sz="2800">
                <a:latin typeface="微软雅黑" panose="020B0503020204020204" pitchFamily="34" charset="-122"/>
                <a:ea typeface="微软雅黑" panose="020B0503020204020204" pitchFamily="34" charset="-122"/>
              </a:rPr>
              <a:t>：编写程序</a:t>
            </a:r>
            <a:endParaRPr lang="en-US" altLang="zh-CN" sz="2800">
              <a:latin typeface="微软雅黑" panose="020B0503020204020204" pitchFamily="34" charset="-122"/>
              <a:ea typeface="微软雅黑" panose="020B0503020204020204" pitchFamily="34" charset="-122"/>
            </a:endParaRPr>
          </a:p>
        </p:txBody>
      </p:sp>
      <p:pic>
        <p:nvPicPr>
          <p:cNvPr id="11268" name="图片 1">
            <a:extLst>
              <a:ext uri="{FF2B5EF4-FFF2-40B4-BE49-F238E27FC236}">
                <a16:creationId xmlns:a16="http://schemas.microsoft.com/office/drawing/2014/main" id="{22F2EB6C-4B5F-4DC4-9248-B4FE584B71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708275"/>
            <a:ext cx="789305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EE24D256-64C5-4AD7-BA9D-16B228DBC3D0}"/>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A9C93994-A27C-4331-A980-E2CF6CD8E9B7}"/>
              </a:ext>
            </a:extLst>
          </p:cNvPr>
          <p:cNvSpPr txBox="1">
            <a:spLocks noChangeArrowheads="1"/>
          </p:cNvSpPr>
          <p:nvPr/>
        </p:nvSpPr>
        <p:spPr bwMode="auto">
          <a:xfrm>
            <a:off x="1187450" y="765175"/>
            <a:ext cx="326231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温度转换实例</a:t>
            </a:r>
          </a:p>
        </p:txBody>
      </p:sp>
      <p:sp>
        <p:nvSpPr>
          <p:cNvPr id="12291" name="TextBox 2">
            <a:extLst>
              <a:ext uri="{FF2B5EF4-FFF2-40B4-BE49-F238E27FC236}">
                <a16:creationId xmlns:a16="http://schemas.microsoft.com/office/drawing/2014/main" id="{44176775-D224-4423-BAC6-C7D2B0DFCBAD}"/>
              </a:ext>
            </a:extLst>
          </p:cNvPr>
          <p:cNvSpPr txBox="1">
            <a:spLocks noChangeArrowheads="1"/>
          </p:cNvSpPr>
          <p:nvPr/>
        </p:nvSpPr>
        <p:spPr bwMode="auto">
          <a:xfrm>
            <a:off x="611188" y="1844675"/>
            <a:ext cx="80645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步骤</a:t>
            </a:r>
            <a:r>
              <a:rPr lang="en-US" altLang="zh-CN" sz="2800">
                <a:latin typeface="微软雅黑" panose="020B0503020204020204" pitchFamily="34" charset="-122"/>
                <a:ea typeface="微软雅黑" panose="020B0503020204020204" pitchFamily="34" charset="-122"/>
              </a:rPr>
              <a:t>5</a:t>
            </a:r>
            <a:r>
              <a:rPr lang="zh-CN" altLang="en-US" sz="2800">
                <a:latin typeface="微软雅黑" panose="020B0503020204020204" pitchFamily="34" charset="-122"/>
                <a:ea typeface="微软雅黑" panose="020B0503020204020204" pitchFamily="34" charset="-122"/>
              </a:rPr>
              <a:t>：调试、运行程序</a:t>
            </a:r>
            <a:endParaRPr lang="en-US" altLang="zh-CN" sz="2800">
              <a:latin typeface="微软雅黑" panose="020B0503020204020204" pitchFamily="34" charset="-122"/>
              <a:ea typeface="微软雅黑" panose="020B0503020204020204" pitchFamily="34" charset="-122"/>
            </a:endParaRPr>
          </a:p>
          <a:p>
            <a:pPr lvl="1" eaLnBrk="1" hangingPunct="1">
              <a:lnSpc>
                <a:spcPct val="200000"/>
              </a:lnSpc>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在系统命令行上运行如下命令执行程序：</a:t>
            </a:r>
            <a:endParaRPr lang="en-US" altLang="zh-CN" sz="2400">
              <a:latin typeface="微软雅黑" panose="020B0503020204020204" pitchFamily="34" charset="-122"/>
              <a:ea typeface="微软雅黑" panose="020B0503020204020204" pitchFamily="34" charset="-122"/>
            </a:endParaRPr>
          </a:p>
          <a:p>
            <a:pPr lvl="2" eaLnBrk="1" hangingPunct="1">
              <a:lnSpc>
                <a:spcPct val="200000"/>
              </a:lnSpc>
            </a:pPr>
            <a:r>
              <a:rPr lang="en-US" altLang="zh-CN" sz="2400">
                <a:latin typeface="微软雅黑" panose="020B0503020204020204" pitchFamily="34" charset="-122"/>
                <a:ea typeface="微软雅黑" panose="020B0503020204020204" pitchFamily="34" charset="-122"/>
              </a:rPr>
              <a:t>  C:\&gt;python TempConvert.py</a:t>
            </a:r>
          </a:p>
          <a:p>
            <a:pPr lvl="2" eaLnBrk="1" hangingPunct="1">
              <a:lnSpc>
                <a:spcPct val="200000"/>
              </a:lnSpc>
            </a:pPr>
            <a:r>
              <a:rPr lang="zh-CN" altLang="en-US" sz="2400">
                <a:latin typeface="微软雅黑" panose="020B0503020204020204" pitchFamily="34" charset="-122"/>
                <a:ea typeface="微软雅黑" panose="020B0503020204020204" pitchFamily="34" charset="-122"/>
              </a:rPr>
              <a:t>或者：使用</a:t>
            </a:r>
            <a:r>
              <a:rPr lang="en-US" altLang="zh-CN" sz="2400">
                <a:latin typeface="微软雅黑" panose="020B0503020204020204" pitchFamily="34" charset="-122"/>
                <a:ea typeface="微软雅黑" panose="020B0503020204020204" pitchFamily="34" charset="-122"/>
              </a:rPr>
              <a:t>IDLE</a:t>
            </a:r>
            <a:r>
              <a:rPr lang="zh-CN" altLang="en-US" sz="2400">
                <a:latin typeface="微软雅黑" panose="020B0503020204020204" pitchFamily="34" charset="-122"/>
                <a:ea typeface="微软雅黑" panose="020B0503020204020204" pitchFamily="34" charset="-122"/>
              </a:rPr>
              <a:t>打开上述文件，按</a:t>
            </a:r>
            <a:r>
              <a:rPr lang="en-US" altLang="zh-CN" sz="2400">
                <a:latin typeface="微软雅黑" panose="020B0503020204020204" pitchFamily="34" charset="-122"/>
                <a:ea typeface="微软雅黑" panose="020B0503020204020204" pitchFamily="34" charset="-122"/>
              </a:rPr>
              <a:t>F5</a:t>
            </a:r>
            <a:r>
              <a:rPr lang="zh-CN" altLang="en-US" sz="2400">
                <a:latin typeface="微软雅黑" panose="020B0503020204020204" pitchFamily="34" charset="-122"/>
                <a:ea typeface="微软雅黑" panose="020B0503020204020204" pitchFamily="34" charset="-122"/>
              </a:rPr>
              <a:t>运行</a:t>
            </a:r>
            <a:endParaRPr lang="en-US" altLang="zh-CN" sz="2400">
              <a:latin typeface="微软雅黑" panose="020B0503020204020204" pitchFamily="34" charset="-122"/>
              <a:ea typeface="微软雅黑" panose="020B0503020204020204" pitchFamily="34" charset="-122"/>
            </a:endParaRPr>
          </a:p>
          <a:p>
            <a:pPr lvl="2" eaLnBrk="1" hangingPunct="1">
              <a:lnSpc>
                <a:spcPct val="200000"/>
              </a:lnSpc>
            </a:pPr>
            <a:r>
              <a:rPr lang="zh-CN" altLang="en-US" sz="2400">
                <a:latin typeface="微软雅黑" panose="020B0503020204020204" pitchFamily="34" charset="-122"/>
                <a:ea typeface="微软雅黑" panose="020B0503020204020204" pitchFamily="34" charset="-122"/>
              </a:rPr>
              <a:t>输入数值，观察输出</a:t>
            </a:r>
            <a:endParaRPr lang="en-US" altLang="zh-CN" sz="240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B6FBD4BD-707C-4C32-9FA4-7653E9331769}"/>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6" name="TextBox 2">
            <a:extLst>
              <a:ext uri="{FF2B5EF4-FFF2-40B4-BE49-F238E27FC236}">
                <a16:creationId xmlns:a16="http://schemas.microsoft.com/office/drawing/2014/main" id="{6CBF5E3B-895F-42D1-B865-CEE733606841}"/>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zh-CN" sz="4000" dirty="0">
                <a:solidFill>
                  <a:schemeClr val="tx1">
                    <a:lumMod val="85000"/>
                    <a:lumOff val="15000"/>
                  </a:schemeClr>
                </a:solidFill>
                <a:latin typeface="微软雅黑" panose="020B0503020204020204" pitchFamily="34" charset="-122"/>
                <a:ea typeface="微软雅黑" panose="020B0503020204020204" pitchFamily="34" charset="-122"/>
              </a:rPr>
              <a:t>程序的格式框架</a:t>
            </a:r>
            <a:endParaRPr lang="zh-CN" altLang="en-US" sz="4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315" name="TextBox 2">
            <a:extLst>
              <a:ext uri="{FF2B5EF4-FFF2-40B4-BE49-F238E27FC236}">
                <a16:creationId xmlns:a16="http://schemas.microsoft.com/office/drawing/2014/main" id="{8913F03E-8121-44D1-AA73-2C7067EDF146}"/>
              </a:ext>
            </a:extLst>
          </p:cNvPr>
          <p:cNvSpPr txBox="1">
            <a:spLocks noChangeArrowheads="1"/>
          </p:cNvSpPr>
          <p:nvPr/>
        </p:nvSpPr>
        <p:spPr bwMode="auto">
          <a:xfrm>
            <a:off x="1187450" y="1582738"/>
            <a:ext cx="77581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pPr>
            <a:r>
              <a:rPr lang="en-US" altLang="zh-CN" sz="2400">
                <a:latin typeface="微软雅黑" panose="020B0503020204020204" pitchFamily="34" charset="-122"/>
                <a:ea typeface="微软雅黑" panose="020B0503020204020204" pitchFamily="34" charset="-122"/>
              </a:rPr>
              <a:t>Python</a:t>
            </a:r>
            <a:r>
              <a:rPr lang="zh-CN" altLang="zh-CN" sz="2400">
                <a:latin typeface="微软雅黑" panose="020B0503020204020204" pitchFamily="34" charset="-122"/>
                <a:ea typeface="微软雅黑" panose="020B0503020204020204" pitchFamily="34" charset="-122"/>
              </a:rPr>
              <a:t>语言采用严格的“缩进”来表明程序的格式框架。缩进指每一行代码开始前的空白区域，用来表示代码之间的包含和层次关系。 </a:t>
            </a:r>
            <a:r>
              <a:rPr lang="zh-CN" altLang="en-US" sz="2400">
                <a:latin typeface="微软雅黑" panose="020B0503020204020204" pitchFamily="34" charset="-122"/>
                <a:ea typeface="微软雅黑" panose="020B0503020204020204" pitchFamily="34" charset="-122"/>
              </a:rPr>
              <a:t> </a:t>
            </a:r>
            <a:endParaRPr lang="en-US" altLang="zh-CN" sz="24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pP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个缩进 </a:t>
            </a:r>
            <a:r>
              <a:rPr lang="en-US" altLang="zh-CN" sz="2400">
                <a:latin typeface="微软雅黑" panose="020B0503020204020204" pitchFamily="34" charset="-122"/>
                <a:ea typeface="微软雅黑" panose="020B0503020204020204" pitchFamily="34" charset="-122"/>
              </a:rPr>
              <a:t>= 4</a:t>
            </a:r>
            <a:r>
              <a:rPr lang="zh-CN" altLang="en-US" sz="2400">
                <a:latin typeface="微软雅黑" panose="020B0503020204020204" pitchFamily="34" charset="-122"/>
                <a:ea typeface="微软雅黑" panose="020B0503020204020204" pitchFamily="34" charset="-122"/>
              </a:rPr>
              <a:t>个空格</a:t>
            </a:r>
            <a:endParaRPr lang="en-US" altLang="zh-CN" sz="24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用以在</a:t>
            </a:r>
            <a:r>
              <a:rPr lang="en-US" altLang="zh-CN" sz="2400">
                <a:latin typeface="微软雅黑" panose="020B0503020204020204" pitchFamily="34" charset="-122"/>
                <a:ea typeface="微软雅黑" panose="020B0503020204020204" pitchFamily="34" charset="-122"/>
              </a:rPr>
              <a:t>Python</a:t>
            </a:r>
            <a:r>
              <a:rPr lang="zh-CN" altLang="en-US" sz="2400">
                <a:latin typeface="微软雅黑" panose="020B0503020204020204" pitchFamily="34" charset="-122"/>
                <a:ea typeface="微软雅黑" panose="020B0503020204020204" pitchFamily="34" charset="-122"/>
              </a:rPr>
              <a:t>中标明代码的层次关系</a:t>
            </a:r>
          </a:p>
          <a:p>
            <a:pPr lvl="1" algn="just" eaLnBrk="1" hangingPunct="1">
              <a:lnSpc>
                <a:spcPct val="20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缩进是</a:t>
            </a:r>
            <a:r>
              <a:rPr lang="en-US" altLang="zh-CN" sz="2400">
                <a:latin typeface="微软雅黑" panose="020B0503020204020204" pitchFamily="34" charset="-122"/>
                <a:ea typeface="微软雅黑" panose="020B0503020204020204" pitchFamily="34" charset="-122"/>
              </a:rPr>
              <a:t>Python</a:t>
            </a:r>
            <a:r>
              <a:rPr lang="zh-CN" altLang="en-US" sz="2400">
                <a:latin typeface="微软雅黑" panose="020B0503020204020204" pitchFamily="34" charset="-122"/>
                <a:ea typeface="微软雅黑" panose="020B0503020204020204" pitchFamily="34" charset="-122"/>
              </a:rPr>
              <a:t>语言中表明程序框架的唯一手段</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C32FBC91-CAD6-4805-AD62-F78724A59BCD}"/>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6" name="TextBox 2">
            <a:extLst>
              <a:ext uri="{FF2B5EF4-FFF2-40B4-BE49-F238E27FC236}">
                <a16:creationId xmlns:a16="http://schemas.microsoft.com/office/drawing/2014/main" id="{9E3A5281-5D62-4C59-A9B2-68D4BE9685A5}"/>
              </a:ext>
            </a:extLst>
          </p:cNvPr>
          <p:cNvSpPr txBox="1">
            <a:spLocks noChangeArrowheads="1"/>
          </p:cNvSpPr>
          <p:nvPr/>
        </p:nvSpPr>
        <p:spPr bwMode="auto">
          <a:xfrm>
            <a:off x="1192213" y="396875"/>
            <a:ext cx="3775075"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zh-CN" sz="4000" dirty="0">
                <a:solidFill>
                  <a:schemeClr val="tx1">
                    <a:lumMod val="85000"/>
                    <a:lumOff val="15000"/>
                  </a:schemeClr>
                </a:solidFill>
                <a:latin typeface="微软雅黑" panose="020B0503020204020204" pitchFamily="34" charset="-122"/>
                <a:ea typeface="微软雅黑" panose="020B0503020204020204" pitchFamily="34" charset="-122"/>
              </a:rPr>
              <a:t>程序的格式框架</a:t>
            </a:r>
            <a:endParaRPr lang="zh-CN" altLang="en-US" sz="4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339" name="TextBox 2">
            <a:extLst>
              <a:ext uri="{FF2B5EF4-FFF2-40B4-BE49-F238E27FC236}">
                <a16:creationId xmlns:a16="http://schemas.microsoft.com/office/drawing/2014/main" id="{A24F91AB-56F4-4A0E-985D-E59596E9E5C1}"/>
              </a:ext>
            </a:extLst>
          </p:cNvPr>
          <p:cNvSpPr txBox="1">
            <a:spLocks noChangeArrowheads="1"/>
          </p:cNvSpPr>
          <p:nvPr/>
        </p:nvSpPr>
        <p:spPr bwMode="auto">
          <a:xfrm>
            <a:off x="1406525" y="1406525"/>
            <a:ext cx="711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pPr>
            <a:r>
              <a:rPr lang="zh-CN" altLang="zh-CN" sz="2400">
                <a:latin typeface="微软雅黑" panose="020B0503020204020204" pitchFamily="34" charset="-122"/>
                <a:ea typeface="微软雅黑" panose="020B0503020204020204" pitchFamily="34" charset="-122"/>
              </a:rPr>
              <a:t>单层缩进</a:t>
            </a:r>
            <a:r>
              <a:rPr lang="zh-CN" altLang="en-US" sz="2400">
                <a:latin typeface="微软雅黑" panose="020B0503020204020204" pitchFamily="34" charset="-122"/>
                <a:ea typeface="微软雅黑" panose="020B0503020204020204" pitchFamily="34" charset="-122"/>
              </a:rPr>
              <a:t>                              </a:t>
            </a:r>
            <a:r>
              <a:rPr lang="zh-CN" altLang="zh-CN" sz="2400">
                <a:latin typeface="微软雅黑" panose="020B0503020204020204" pitchFamily="34" charset="-122"/>
                <a:ea typeface="微软雅黑" panose="020B0503020204020204" pitchFamily="34" charset="-122"/>
              </a:rPr>
              <a:t>多层缩进 </a:t>
            </a:r>
            <a:endParaRPr lang="zh-CN" altLang="en-US" sz="2400">
              <a:latin typeface="微软雅黑" panose="020B0503020204020204" pitchFamily="34" charset="-122"/>
              <a:ea typeface="微软雅黑" panose="020B0503020204020204" pitchFamily="34" charset="-122"/>
            </a:endParaRPr>
          </a:p>
        </p:txBody>
      </p:sp>
      <p:pic>
        <p:nvPicPr>
          <p:cNvPr id="14340" name="图片 4">
            <a:extLst>
              <a:ext uri="{FF2B5EF4-FFF2-40B4-BE49-F238E27FC236}">
                <a16:creationId xmlns:a16="http://schemas.microsoft.com/office/drawing/2014/main" id="{F16E2894-E63E-420A-A72E-E4E0B639E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182813"/>
            <a:ext cx="3340100" cy="348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图片 7">
            <a:extLst>
              <a:ext uri="{FF2B5EF4-FFF2-40B4-BE49-F238E27FC236}">
                <a16:creationId xmlns:a16="http://schemas.microsoft.com/office/drawing/2014/main" id="{5472730D-902E-4911-95D3-3E9FA3EAD4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2236788"/>
            <a:ext cx="3281363"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94802CDA-8BA9-47C8-9CA6-474AA455C11D}"/>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331E90D1-883D-4D8E-910E-EA0FB80D3157}"/>
              </a:ext>
            </a:extLst>
          </p:cNvPr>
          <p:cNvSpPr txBox="1">
            <a:spLocks noChangeArrowheads="1"/>
          </p:cNvSpPr>
          <p:nvPr/>
        </p:nvSpPr>
        <p:spPr bwMode="auto">
          <a:xfrm>
            <a:off x="1187450" y="765175"/>
            <a:ext cx="121126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注释</a:t>
            </a:r>
          </a:p>
        </p:txBody>
      </p:sp>
      <p:sp>
        <p:nvSpPr>
          <p:cNvPr id="15363" name="TextBox 2">
            <a:extLst>
              <a:ext uri="{FF2B5EF4-FFF2-40B4-BE49-F238E27FC236}">
                <a16:creationId xmlns:a16="http://schemas.microsoft.com/office/drawing/2014/main" id="{542F65D5-3688-4C8E-86D2-A4E0376D77C5}"/>
              </a:ext>
            </a:extLst>
          </p:cNvPr>
          <p:cNvSpPr txBox="1">
            <a:spLocks noChangeArrowheads="1"/>
          </p:cNvSpPr>
          <p:nvPr/>
        </p:nvSpPr>
        <p:spPr bwMode="auto">
          <a:xfrm>
            <a:off x="1184275" y="1700213"/>
            <a:ext cx="7418388" cy="440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pPr>
            <a:r>
              <a:rPr lang="zh-CN" altLang="en-US" sz="2400">
                <a:latin typeface="微软雅黑" panose="020B0503020204020204" pitchFamily="34" charset="-122"/>
                <a:ea typeface="微软雅黑" panose="020B0503020204020204" pitchFamily="34" charset="-122"/>
              </a:rPr>
              <a:t>注释：程序员在代码中加入的说明信息，不被计算机执行</a:t>
            </a:r>
            <a:endParaRPr lang="en-US" altLang="zh-CN" sz="24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pPr>
            <a:r>
              <a:rPr lang="zh-CN" altLang="en-US" sz="2400">
                <a:latin typeface="微软雅黑" panose="020B0503020204020204" pitchFamily="34" charset="-122"/>
                <a:ea typeface="微软雅黑" panose="020B0503020204020204" pitchFamily="34" charset="-122"/>
              </a:rPr>
              <a:t>注释的两种方法：</a:t>
            </a:r>
          </a:p>
          <a:p>
            <a:pPr lvl="2" algn="just" eaLnBrk="1" hangingPunct="1">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单行注释以</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开头</a:t>
            </a:r>
          </a:p>
          <a:p>
            <a:pPr lvl="3" algn="just" eaLnBrk="1" hangingPunct="1">
              <a:buClr>
                <a:srgbClr val="0066FF"/>
              </a:buClr>
            </a:pPr>
            <a:r>
              <a:rPr lang="en-US" altLang="zh-CN" sz="2000">
                <a:latin typeface="微软雅黑" panose="020B0503020204020204" pitchFamily="34" charset="-122"/>
                <a:ea typeface="微软雅黑" panose="020B0503020204020204" pitchFamily="34" charset="-122"/>
              </a:rPr>
              <a:t>	#Here are the comments</a:t>
            </a:r>
          </a:p>
          <a:p>
            <a:pPr lvl="2" algn="just" eaLnBrk="1" hangingPunct="1">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多行注释以  </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开头和结尾</a:t>
            </a:r>
            <a:endParaRPr lang="en-US" altLang="zh-CN" sz="2400">
              <a:latin typeface="微软雅黑" panose="020B0503020204020204" pitchFamily="34" charset="-122"/>
              <a:ea typeface="微软雅黑" panose="020B0503020204020204" pitchFamily="34" charset="-122"/>
            </a:endParaRPr>
          </a:p>
          <a:p>
            <a:pPr lvl="4" algn="just" eaLnBrk="1" hangingPunct="1">
              <a:buClr>
                <a:srgbClr val="0066FF"/>
              </a:buClr>
            </a:pPr>
            <a:r>
              <a:rPr lang="en-US" altLang="zh-CN" sz="2000">
                <a:latin typeface="微软雅黑" panose="020B0503020204020204" pitchFamily="34" charset="-122"/>
                <a:ea typeface="微软雅黑" panose="020B0503020204020204" pitchFamily="34" charset="-122"/>
              </a:rPr>
              <a:t>’’’</a:t>
            </a:r>
          </a:p>
          <a:p>
            <a:pPr lvl="4" algn="just" eaLnBrk="1" hangingPunct="1">
              <a:buClr>
                <a:srgbClr val="0066FF"/>
              </a:buClr>
            </a:pPr>
            <a:r>
              <a:rPr lang="en-US" altLang="zh-CN" sz="2000">
                <a:latin typeface="微软雅黑" panose="020B0503020204020204" pitchFamily="34" charset="-122"/>
                <a:ea typeface="微软雅黑" panose="020B0503020204020204" pitchFamily="34" charset="-122"/>
              </a:rPr>
              <a:t>  This is a multiline comment</a:t>
            </a:r>
          </a:p>
          <a:p>
            <a:pPr lvl="4" algn="just" eaLnBrk="1" hangingPunct="1">
              <a:buClr>
                <a:srgbClr val="0066FF"/>
              </a:buClr>
            </a:pPr>
            <a:r>
              <a:rPr lang="en-US" altLang="zh-CN" sz="2000">
                <a:latin typeface="微软雅黑" panose="020B0503020204020204" pitchFamily="34" charset="-122"/>
                <a:ea typeface="微软雅黑" panose="020B0503020204020204" pitchFamily="34" charset="-122"/>
              </a:rPr>
              <a:t>  used in Python</a:t>
            </a:r>
          </a:p>
          <a:p>
            <a:pPr lvl="4" algn="just" eaLnBrk="1" hangingPunct="1">
              <a:buClr>
                <a:srgbClr val="0066FF"/>
              </a:buClr>
            </a:pPr>
            <a:r>
              <a:rPr lang="en-US" altLang="zh-CN" sz="2000">
                <a:latin typeface="微软雅黑" panose="020B0503020204020204" pitchFamily="34" charset="-122"/>
                <a:ea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1E875271-B54C-44FA-B619-69917119D1D3}"/>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429473CC-A24F-4A10-982B-8AD76CEEADF8}"/>
              </a:ext>
            </a:extLst>
          </p:cNvPr>
          <p:cNvSpPr txBox="1">
            <a:spLocks noChangeArrowheads="1"/>
          </p:cNvSpPr>
          <p:nvPr/>
        </p:nvSpPr>
        <p:spPr bwMode="auto">
          <a:xfrm>
            <a:off x="1187450" y="765175"/>
            <a:ext cx="3262313" cy="132397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dirty="0">
                <a:solidFill>
                  <a:srgbClr val="262626"/>
                </a:solidFill>
                <a:latin typeface="微软雅黑" panose="020B0503020204020204" pitchFamily="34" charset="-122"/>
                <a:ea typeface="微软雅黑" panose="020B0503020204020204" pitchFamily="34" charset="-122"/>
              </a:rPr>
              <a:t>命名与保留字</a:t>
            </a:r>
          </a:p>
          <a:p>
            <a:pPr>
              <a:spcBef>
                <a:spcPct val="0"/>
              </a:spcBef>
              <a:buFontTx/>
              <a:buNone/>
              <a:defRPr/>
            </a:pPr>
            <a:endParaRPr lang="zh-CN" altLang="en-US" sz="4000" dirty="0">
              <a:solidFill>
                <a:srgbClr val="262626"/>
              </a:solidFill>
              <a:latin typeface="微软雅黑" panose="020B0503020204020204" pitchFamily="34" charset="-122"/>
              <a:ea typeface="微软雅黑" panose="020B0503020204020204" pitchFamily="34" charset="-122"/>
            </a:endParaRPr>
          </a:p>
        </p:txBody>
      </p:sp>
      <p:sp>
        <p:nvSpPr>
          <p:cNvPr id="16387" name="TextBox 2">
            <a:extLst>
              <a:ext uri="{FF2B5EF4-FFF2-40B4-BE49-F238E27FC236}">
                <a16:creationId xmlns:a16="http://schemas.microsoft.com/office/drawing/2014/main" id="{881CDEC2-CFAB-4813-9243-0A4AA96A4899}"/>
              </a:ext>
            </a:extLst>
          </p:cNvPr>
          <p:cNvSpPr txBox="1">
            <a:spLocks noChangeArrowheads="1"/>
          </p:cNvSpPr>
          <p:nvPr/>
        </p:nvSpPr>
        <p:spPr bwMode="auto">
          <a:xfrm>
            <a:off x="681038" y="1773238"/>
            <a:ext cx="80645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常量：程序中值不发生改变的元素</a:t>
            </a:r>
            <a:endParaRPr lang="en-US" altLang="zh-CN" sz="24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变量：程序中值发生改变或者可以发生改变的元素</a:t>
            </a:r>
          </a:p>
          <a:p>
            <a:pPr lvl="1" algn="just" eaLnBrk="1" hangingPunct="1">
              <a:lnSpc>
                <a:spcPct val="150000"/>
              </a:lnSpc>
              <a:buClr>
                <a:srgbClr val="0066FF"/>
              </a:buClr>
              <a:buFont typeface="Wingdings" panose="05000000000000000000" pitchFamily="2" charset="2"/>
              <a:buChar char="n"/>
            </a:pPr>
            <a:endParaRPr lang="zh-CN" altLang="en-US" sz="24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pPr>
            <a:r>
              <a:rPr lang="en-US" altLang="zh-CN" sz="2400">
                <a:latin typeface="微软雅黑" panose="020B0503020204020204" pitchFamily="34" charset="-122"/>
                <a:ea typeface="微软雅黑" panose="020B0503020204020204" pitchFamily="34" charset="-122"/>
              </a:rPr>
              <a:t>Python</a:t>
            </a:r>
            <a:r>
              <a:rPr lang="zh-CN" altLang="zh-CN" sz="2400">
                <a:latin typeface="微软雅黑" panose="020B0503020204020204" pitchFamily="34" charset="-122"/>
                <a:ea typeface="微软雅黑" panose="020B0503020204020204" pitchFamily="34" charset="-122"/>
              </a:rPr>
              <a:t>语言允许采用大写字母、小写字母、数字、下划线</a:t>
            </a:r>
            <a:r>
              <a:rPr lang="en-US" altLang="zh-CN" sz="2400">
                <a:latin typeface="微软雅黑" panose="020B0503020204020204" pitchFamily="34" charset="-122"/>
                <a:ea typeface="微软雅黑" panose="020B0503020204020204" pitchFamily="34" charset="-122"/>
              </a:rPr>
              <a:t>(_)</a:t>
            </a:r>
            <a:r>
              <a:rPr lang="zh-CN" altLang="zh-CN" sz="2400">
                <a:latin typeface="微软雅黑" panose="020B0503020204020204" pitchFamily="34" charset="-122"/>
                <a:ea typeface="微软雅黑" panose="020B0503020204020204" pitchFamily="34" charset="-122"/>
              </a:rPr>
              <a:t>和汉字等字符及其组合给变量命名，但名字的首字符不能是数字，中间不能出现空格，长度没有限制</a:t>
            </a:r>
            <a:endParaRPr lang="zh-CN" altLang="en-US" sz="24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pPr>
            <a:r>
              <a:rPr lang="zh-CN" altLang="zh-CN" sz="2400">
                <a:latin typeface="微软雅黑" panose="020B0503020204020204" pitchFamily="34" charset="-122"/>
                <a:ea typeface="微软雅黑" panose="020B0503020204020204" pitchFamily="34" charset="-122"/>
              </a:rPr>
              <a:t>注意：标识符对大小写敏感，</a:t>
            </a:r>
            <a:r>
              <a:rPr lang="en-US" altLang="zh-CN" sz="2400">
                <a:latin typeface="微软雅黑" panose="020B0503020204020204" pitchFamily="34" charset="-122"/>
                <a:ea typeface="微软雅黑" panose="020B0503020204020204" pitchFamily="34" charset="-122"/>
              </a:rPr>
              <a:t>python</a:t>
            </a:r>
            <a:r>
              <a:rPr lang="zh-CN" altLang="zh-CN"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Python</a:t>
            </a:r>
            <a:r>
              <a:rPr lang="zh-CN" altLang="zh-CN" sz="2400">
                <a:latin typeface="微软雅黑" panose="020B0503020204020204" pitchFamily="34" charset="-122"/>
                <a:ea typeface="微软雅黑" panose="020B0503020204020204" pitchFamily="34" charset="-122"/>
              </a:rPr>
              <a:t>是两个不同的名字 </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0C1EDFDB-AE12-4435-8746-56C7A9012B3B}"/>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D3CF919C-D7A2-46B9-A588-AACD0264EF4B}"/>
              </a:ext>
            </a:extLst>
          </p:cNvPr>
          <p:cNvSpPr txBox="1">
            <a:spLocks noChangeArrowheads="1"/>
          </p:cNvSpPr>
          <p:nvPr/>
        </p:nvSpPr>
        <p:spPr bwMode="auto">
          <a:xfrm>
            <a:off x="1187450" y="765175"/>
            <a:ext cx="3262313" cy="132397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dirty="0">
                <a:solidFill>
                  <a:srgbClr val="262626"/>
                </a:solidFill>
                <a:latin typeface="微软雅黑" panose="020B0503020204020204" pitchFamily="34" charset="-122"/>
                <a:ea typeface="微软雅黑" panose="020B0503020204020204" pitchFamily="34" charset="-122"/>
              </a:rPr>
              <a:t>命名与保留字</a:t>
            </a:r>
          </a:p>
          <a:p>
            <a:pPr>
              <a:spcBef>
                <a:spcPct val="0"/>
              </a:spcBef>
              <a:buFontTx/>
              <a:buNone/>
              <a:defRPr/>
            </a:pPr>
            <a:endParaRPr lang="zh-CN" altLang="en-US" sz="4000" dirty="0">
              <a:solidFill>
                <a:srgbClr val="262626"/>
              </a:solidFill>
              <a:latin typeface="微软雅黑" panose="020B0503020204020204" pitchFamily="34" charset="-122"/>
              <a:ea typeface="微软雅黑" panose="020B0503020204020204" pitchFamily="34" charset="-122"/>
            </a:endParaRPr>
          </a:p>
        </p:txBody>
      </p:sp>
      <p:sp>
        <p:nvSpPr>
          <p:cNvPr id="17411" name="TextBox 2">
            <a:extLst>
              <a:ext uri="{FF2B5EF4-FFF2-40B4-BE49-F238E27FC236}">
                <a16:creationId xmlns:a16="http://schemas.microsoft.com/office/drawing/2014/main" id="{8FFE76CD-EC4E-4976-B4CF-5971BBE8A351}"/>
              </a:ext>
            </a:extLst>
          </p:cNvPr>
          <p:cNvSpPr txBox="1">
            <a:spLocks noChangeArrowheads="1"/>
          </p:cNvSpPr>
          <p:nvPr/>
        </p:nvSpPr>
        <p:spPr bwMode="auto">
          <a:xfrm>
            <a:off x="1328738" y="1557338"/>
            <a:ext cx="7275512"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20000"/>
              </a:spcBef>
              <a:buFont typeface="Wingdings" panose="05000000000000000000" pitchFamily="2" charset="2"/>
              <a:buChar char="ü"/>
            </a:pPr>
            <a:r>
              <a:rPr lang="zh-CN" altLang="zh-CN" sz="2400">
                <a:latin typeface="微软雅黑" panose="020B0503020204020204" pitchFamily="34" charset="-122"/>
                <a:ea typeface="微软雅黑" panose="020B0503020204020204" pitchFamily="34" charset="-122"/>
              </a:rPr>
              <a:t>保留字，也称为关键字，指被编程语言内部定义并保留使用的标识符。</a:t>
            </a:r>
            <a:endParaRPr lang="zh-CN" altLang="en-US" sz="2400">
              <a:latin typeface="微软雅黑" panose="020B0503020204020204" pitchFamily="34" charset="-122"/>
              <a:ea typeface="微软雅黑" panose="020B0503020204020204" pitchFamily="34" charset="-122"/>
            </a:endParaRPr>
          </a:p>
          <a:p>
            <a:pPr eaLnBrk="1" hangingPunct="1">
              <a:lnSpc>
                <a:spcPct val="150000"/>
              </a:lnSpc>
              <a:spcBef>
                <a:spcPct val="20000"/>
              </a:spcBef>
              <a:buFont typeface="Wingdings" panose="05000000000000000000" pitchFamily="2" charset="2"/>
              <a:buChar char="ü"/>
            </a:pPr>
            <a:r>
              <a:rPr lang="zh-CN" altLang="zh-CN" sz="2400">
                <a:latin typeface="微软雅黑" panose="020B0503020204020204" pitchFamily="34" charset="-122"/>
                <a:ea typeface="微软雅黑" panose="020B0503020204020204" pitchFamily="34" charset="-122"/>
              </a:rPr>
              <a:t>程序员编写程序不能定义与保留字相同的标识符。</a:t>
            </a:r>
            <a:endParaRPr lang="zh-CN" altLang="en-US" sz="2400">
              <a:latin typeface="微软雅黑" panose="020B0503020204020204" pitchFamily="34" charset="-122"/>
              <a:ea typeface="微软雅黑" panose="020B0503020204020204" pitchFamily="34" charset="-122"/>
            </a:endParaRPr>
          </a:p>
          <a:p>
            <a:pPr eaLnBrk="1" hangingPunct="1">
              <a:lnSpc>
                <a:spcPct val="150000"/>
              </a:lnSpc>
              <a:spcBef>
                <a:spcPct val="20000"/>
              </a:spcBef>
              <a:buFont typeface="Wingdings" panose="05000000000000000000" pitchFamily="2" charset="2"/>
              <a:buChar char="ü"/>
            </a:pPr>
            <a:r>
              <a:rPr lang="zh-CN" altLang="zh-CN" sz="2400">
                <a:latin typeface="微软雅黑" panose="020B0503020204020204" pitchFamily="34" charset="-122"/>
                <a:ea typeface="微软雅黑" panose="020B0503020204020204" pitchFamily="34" charset="-122"/>
              </a:rPr>
              <a:t>每种程序设计语言都有一套保留字，保留字一般用来构成程序整体框架、表达关键值和具有结构性的复杂语义等。</a:t>
            </a:r>
            <a:endParaRPr lang="zh-CN" altLang="en-US" sz="2400">
              <a:latin typeface="微软雅黑" panose="020B0503020204020204" pitchFamily="34" charset="-122"/>
              <a:ea typeface="微软雅黑" panose="020B0503020204020204" pitchFamily="34" charset="-122"/>
            </a:endParaRPr>
          </a:p>
          <a:p>
            <a:pPr eaLnBrk="1" hangingPunct="1">
              <a:lnSpc>
                <a:spcPct val="150000"/>
              </a:lnSpc>
              <a:spcBef>
                <a:spcPct val="20000"/>
              </a:spcBef>
              <a:buFont typeface="Wingdings" panose="05000000000000000000" pitchFamily="2" charset="2"/>
              <a:buChar char="ü"/>
            </a:pPr>
            <a:r>
              <a:rPr lang="zh-CN" altLang="zh-CN" sz="2400">
                <a:latin typeface="微软雅黑" panose="020B0503020204020204" pitchFamily="34" charset="-122"/>
                <a:ea typeface="微软雅黑" panose="020B0503020204020204" pitchFamily="34" charset="-122"/>
              </a:rPr>
              <a:t>掌握一门编程语言首先要熟记其所对应的保留字。</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8004B14C-CC01-4C62-B48C-C643A0FDB4FB}"/>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51104421-82BF-49B7-86FC-34818CC26A79}"/>
              </a:ext>
            </a:extLst>
          </p:cNvPr>
          <p:cNvSpPr txBox="1">
            <a:spLocks noChangeArrowheads="1"/>
          </p:cNvSpPr>
          <p:nvPr/>
        </p:nvSpPr>
        <p:spPr bwMode="auto">
          <a:xfrm>
            <a:off x="1187450" y="765175"/>
            <a:ext cx="3262313" cy="132397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dirty="0">
                <a:solidFill>
                  <a:srgbClr val="262626"/>
                </a:solidFill>
                <a:latin typeface="微软雅黑" panose="020B0503020204020204" pitchFamily="34" charset="-122"/>
                <a:ea typeface="微软雅黑" panose="020B0503020204020204" pitchFamily="34" charset="-122"/>
              </a:rPr>
              <a:t>命名与保留字</a:t>
            </a:r>
          </a:p>
          <a:p>
            <a:pPr>
              <a:spcBef>
                <a:spcPct val="0"/>
              </a:spcBef>
              <a:buFontTx/>
              <a:buNone/>
              <a:defRPr/>
            </a:pPr>
            <a:endParaRPr lang="zh-CN" altLang="en-US" sz="4000" dirty="0">
              <a:solidFill>
                <a:srgbClr val="262626"/>
              </a:solidFill>
              <a:latin typeface="微软雅黑" panose="020B0503020204020204" pitchFamily="34" charset="-122"/>
              <a:ea typeface="微软雅黑" panose="020B0503020204020204" pitchFamily="34" charset="-122"/>
            </a:endParaRPr>
          </a:p>
        </p:txBody>
      </p:sp>
      <p:sp>
        <p:nvSpPr>
          <p:cNvPr id="18435" name="TextBox 2">
            <a:extLst>
              <a:ext uri="{FF2B5EF4-FFF2-40B4-BE49-F238E27FC236}">
                <a16:creationId xmlns:a16="http://schemas.microsoft.com/office/drawing/2014/main" id="{CBAF4379-1AA8-44DB-9320-B49601E70E2C}"/>
              </a:ext>
            </a:extLst>
          </p:cNvPr>
          <p:cNvSpPr txBox="1">
            <a:spLocks noChangeArrowheads="1"/>
          </p:cNvSpPr>
          <p:nvPr/>
        </p:nvSpPr>
        <p:spPr bwMode="auto">
          <a:xfrm>
            <a:off x="611188" y="1973263"/>
            <a:ext cx="8064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800100" indent="-342900"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buFont typeface="Wingdings" panose="05000000000000000000" pitchFamily="2" charset="2"/>
              <a:buChar char="ü"/>
            </a:pPr>
            <a:r>
              <a:rPr lang="en-US" altLang="zh-CN" sz="2400">
                <a:latin typeface="微软雅黑" panose="020B0503020204020204" pitchFamily="34" charset="-122"/>
                <a:ea typeface="微软雅黑" panose="020B0503020204020204" pitchFamily="34" charset="-122"/>
              </a:rPr>
              <a:t>Python 3.x</a:t>
            </a:r>
            <a:r>
              <a:rPr lang="zh-CN" altLang="en-US" sz="2400">
                <a:latin typeface="微软雅黑" panose="020B0503020204020204" pitchFamily="34" charset="-122"/>
                <a:ea typeface="微软雅黑" panose="020B0503020204020204" pitchFamily="34" charset="-122"/>
              </a:rPr>
              <a:t>保留字列表 </a:t>
            </a:r>
            <a:r>
              <a:rPr lang="en-US" altLang="zh-CN" sz="2400">
                <a:latin typeface="微软雅黑" panose="020B0503020204020204" pitchFamily="34" charset="-122"/>
                <a:ea typeface="微软雅黑" panose="020B0503020204020204" pitchFamily="34" charset="-122"/>
              </a:rPr>
              <a:t>(33</a:t>
            </a:r>
            <a:r>
              <a:rPr lang="zh-CN" altLang="en-US" sz="2400">
                <a:latin typeface="微软雅黑" panose="020B0503020204020204" pitchFamily="34" charset="-122"/>
                <a:ea typeface="微软雅黑" panose="020B0503020204020204" pitchFamily="34" charset="-122"/>
              </a:rPr>
              <a:t>个</a:t>
            </a:r>
            <a:r>
              <a:rPr lang="en-US" altLang="zh-CN" sz="2400">
                <a:latin typeface="微软雅黑" panose="020B0503020204020204" pitchFamily="34" charset="-122"/>
                <a:ea typeface="微软雅黑" panose="020B0503020204020204" pitchFamily="34" charset="-122"/>
              </a:rPr>
              <a:t>)</a:t>
            </a:r>
          </a:p>
        </p:txBody>
      </p:sp>
      <p:graphicFrame>
        <p:nvGraphicFramePr>
          <p:cNvPr id="6" name="表格 5">
            <a:extLst>
              <a:ext uri="{FF2B5EF4-FFF2-40B4-BE49-F238E27FC236}">
                <a16:creationId xmlns:a16="http://schemas.microsoft.com/office/drawing/2014/main" id="{1794E3FC-E57C-4BB0-9427-A5BFA26FD480}"/>
              </a:ext>
            </a:extLst>
          </p:cNvPr>
          <p:cNvGraphicFramePr>
            <a:graphicFrameLocks noGrp="1"/>
          </p:cNvGraphicFramePr>
          <p:nvPr/>
        </p:nvGraphicFramePr>
        <p:xfrm>
          <a:off x="1295400" y="2941638"/>
          <a:ext cx="6310312" cy="3530603"/>
        </p:xfrm>
        <a:graphic>
          <a:graphicData uri="http://schemas.openxmlformats.org/drawingml/2006/table">
            <a:tbl>
              <a:tblPr firstRow="1" bandRow="1">
                <a:tableStyleId>{8A107856-5554-42FB-B03E-39F5DBC370BA}</a:tableStyleId>
              </a:tblPr>
              <a:tblGrid>
                <a:gridCol w="1577578">
                  <a:extLst>
                    <a:ext uri="{9D8B030D-6E8A-4147-A177-3AD203B41FA5}">
                      <a16:colId xmlns:a16="http://schemas.microsoft.com/office/drawing/2014/main" val="20000"/>
                    </a:ext>
                  </a:extLst>
                </a:gridCol>
                <a:gridCol w="1577578">
                  <a:extLst>
                    <a:ext uri="{9D8B030D-6E8A-4147-A177-3AD203B41FA5}">
                      <a16:colId xmlns:a16="http://schemas.microsoft.com/office/drawing/2014/main" val="20001"/>
                    </a:ext>
                  </a:extLst>
                </a:gridCol>
                <a:gridCol w="1577578">
                  <a:extLst>
                    <a:ext uri="{9D8B030D-6E8A-4147-A177-3AD203B41FA5}">
                      <a16:colId xmlns:a16="http://schemas.microsoft.com/office/drawing/2014/main" val="20002"/>
                    </a:ext>
                  </a:extLst>
                </a:gridCol>
                <a:gridCol w="1577578">
                  <a:extLst>
                    <a:ext uri="{9D8B030D-6E8A-4147-A177-3AD203B41FA5}">
                      <a16:colId xmlns:a16="http://schemas.microsoft.com/office/drawing/2014/main" val="20003"/>
                    </a:ext>
                  </a:extLst>
                </a:gridCol>
              </a:tblGrid>
              <a:tr h="395598">
                <a:tc>
                  <a:txBody>
                    <a:bodyPr/>
                    <a:lstStyle/>
                    <a:p>
                      <a:r>
                        <a:rPr lang="en-US" altLang="zh-CN" sz="1800" b="0" dirty="0"/>
                        <a:t>and</a:t>
                      </a:r>
                      <a:endParaRPr lang="zh-CN" altLang="en-US" sz="1800" b="0" dirty="0"/>
                    </a:p>
                  </a:txBody>
                  <a:tcPr marL="91430" marR="91430" marT="45731" marB="45731"/>
                </a:tc>
                <a:tc>
                  <a:txBody>
                    <a:bodyPr/>
                    <a:lstStyle/>
                    <a:p>
                      <a:r>
                        <a:rPr lang="en-US" altLang="zh-CN" sz="1800" b="0" dirty="0" err="1"/>
                        <a:t>elif</a:t>
                      </a:r>
                      <a:endParaRPr lang="zh-CN" altLang="en-US" sz="1800" b="0" dirty="0"/>
                    </a:p>
                  </a:txBody>
                  <a:tcPr marL="91430" marR="91430" marT="45731" marB="45731"/>
                </a:tc>
                <a:tc>
                  <a:txBody>
                    <a:bodyPr/>
                    <a:lstStyle/>
                    <a:p>
                      <a:r>
                        <a:rPr lang="en-US" altLang="zh-CN" sz="1800" b="0" dirty="0"/>
                        <a:t>import</a:t>
                      </a:r>
                      <a:endParaRPr lang="zh-CN" altLang="en-US" sz="1800" b="0" dirty="0"/>
                    </a:p>
                  </a:txBody>
                  <a:tcPr marL="91430" marR="91430" marT="45731" marB="45731"/>
                </a:tc>
                <a:tc>
                  <a:txBody>
                    <a:bodyPr/>
                    <a:lstStyle/>
                    <a:p>
                      <a:r>
                        <a:rPr lang="en-US" altLang="zh-CN" sz="1800" b="0" dirty="0"/>
                        <a:t>raise</a:t>
                      </a:r>
                      <a:endParaRPr lang="zh-CN" altLang="en-US" sz="1800" b="0" dirty="0"/>
                    </a:p>
                  </a:txBody>
                  <a:tcPr marL="91430" marR="91430" marT="45731" marB="45731"/>
                </a:tc>
                <a:extLst>
                  <a:ext uri="{0D108BD9-81ED-4DB2-BD59-A6C34878D82A}">
                    <a16:rowId xmlns:a16="http://schemas.microsoft.com/office/drawing/2014/main" val="10000"/>
                  </a:ext>
                </a:extLst>
              </a:tr>
              <a:tr h="395598">
                <a:tc>
                  <a:txBody>
                    <a:bodyPr/>
                    <a:lstStyle/>
                    <a:p>
                      <a:r>
                        <a:rPr lang="en-US" altLang="zh-CN" sz="1800" dirty="0"/>
                        <a:t>as</a:t>
                      </a:r>
                      <a:endParaRPr lang="zh-CN" altLang="en-US" sz="1800" dirty="0"/>
                    </a:p>
                  </a:txBody>
                  <a:tcPr marL="91430" marR="91430" marT="45731" marB="45731"/>
                </a:tc>
                <a:tc>
                  <a:txBody>
                    <a:bodyPr/>
                    <a:lstStyle/>
                    <a:p>
                      <a:r>
                        <a:rPr lang="en-US" altLang="zh-CN" sz="1800" dirty="0"/>
                        <a:t>else</a:t>
                      </a:r>
                      <a:endParaRPr lang="zh-CN" altLang="en-US" sz="1800" dirty="0"/>
                    </a:p>
                  </a:txBody>
                  <a:tcPr marL="91430" marR="91430" marT="45731" marB="45731"/>
                </a:tc>
                <a:tc>
                  <a:txBody>
                    <a:bodyPr/>
                    <a:lstStyle/>
                    <a:p>
                      <a:r>
                        <a:rPr lang="en-US" altLang="zh-CN" sz="1800" dirty="0"/>
                        <a:t>in</a:t>
                      </a:r>
                      <a:endParaRPr lang="zh-CN" altLang="en-US" sz="1800" dirty="0"/>
                    </a:p>
                  </a:txBody>
                  <a:tcPr marL="91430" marR="91430" marT="45731" marB="45731"/>
                </a:tc>
                <a:tc>
                  <a:txBody>
                    <a:bodyPr/>
                    <a:lstStyle/>
                    <a:p>
                      <a:r>
                        <a:rPr lang="en-US" altLang="zh-CN" sz="1800" dirty="0"/>
                        <a:t>return</a:t>
                      </a:r>
                      <a:endParaRPr lang="zh-CN" altLang="en-US" sz="1800" dirty="0"/>
                    </a:p>
                  </a:txBody>
                  <a:tcPr marL="91430" marR="91430" marT="45731" marB="45731"/>
                </a:tc>
                <a:extLst>
                  <a:ext uri="{0D108BD9-81ED-4DB2-BD59-A6C34878D82A}">
                    <a16:rowId xmlns:a16="http://schemas.microsoft.com/office/drawing/2014/main" val="10001"/>
                  </a:ext>
                </a:extLst>
              </a:tr>
              <a:tr h="395598">
                <a:tc>
                  <a:txBody>
                    <a:bodyPr/>
                    <a:lstStyle/>
                    <a:p>
                      <a:r>
                        <a:rPr lang="en-US" altLang="zh-CN" sz="1800" dirty="0"/>
                        <a:t>assert</a:t>
                      </a:r>
                      <a:endParaRPr lang="zh-CN" altLang="en-US" sz="1800" dirty="0"/>
                    </a:p>
                  </a:txBody>
                  <a:tcPr marL="91430" marR="91430" marT="45731" marB="45731"/>
                </a:tc>
                <a:tc>
                  <a:txBody>
                    <a:bodyPr/>
                    <a:lstStyle/>
                    <a:p>
                      <a:r>
                        <a:rPr lang="en-US" altLang="zh-CN" sz="1800" dirty="0"/>
                        <a:t>except</a:t>
                      </a:r>
                      <a:endParaRPr lang="zh-CN" altLang="en-US" sz="1800" dirty="0"/>
                    </a:p>
                  </a:txBody>
                  <a:tcPr marL="91430" marR="91430" marT="45731" marB="45731"/>
                </a:tc>
                <a:tc>
                  <a:txBody>
                    <a:bodyPr/>
                    <a:lstStyle/>
                    <a:p>
                      <a:r>
                        <a:rPr lang="en-US" altLang="zh-CN" sz="1800" dirty="0"/>
                        <a:t>is</a:t>
                      </a:r>
                      <a:endParaRPr lang="zh-CN" altLang="en-US" sz="1800" dirty="0"/>
                    </a:p>
                  </a:txBody>
                  <a:tcPr marL="91430" marR="91430" marT="45731" marB="45731"/>
                </a:tc>
                <a:tc>
                  <a:txBody>
                    <a:bodyPr/>
                    <a:lstStyle/>
                    <a:p>
                      <a:r>
                        <a:rPr lang="en-US" altLang="zh-CN" sz="1800" dirty="0"/>
                        <a:t>try</a:t>
                      </a:r>
                      <a:endParaRPr lang="zh-CN" altLang="en-US" sz="1800" dirty="0"/>
                    </a:p>
                  </a:txBody>
                  <a:tcPr marL="91430" marR="91430" marT="45731" marB="45731"/>
                </a:tc>
                <a:extLst>
                  <a:ext uri="{0D108BD9-81ED-4DB2-BD59-A6C34878D82A}">
                    <a16:rowId xmlns:a16="http://schemas.microsoft.com/office/drawing/2014/main" val="10002"/>
                  </a:ext>
                </a:extLst>
              </a:tr>
              <a:tr h="395598">
                <a:tc>
                  <a:txBody>
                    <a:bodyPr/>
                    <a:lstStyle/>
                    <a:p>
                      <a:r>
                        <a:rPr lang="en-US" altLang="zh-CN" sz="1800" dirty="0"/>
                        <a:t>break</a:t>
                      </a:r>
                      <a:endParaRPr lang="zh-CN" altLang="en-US" sz="1800" dirty="0"/>
                    </a:p>
                  </a:txBody>
                  <a:tcPr marL="91430" marR="91430" marT="45731" marB="45731"/>
                </a:tc>
                <a:tc>
                  <a:txBody>
                    <a:bodyPr/>
                    <a:lstStyle/>
                    <a:p>
                      <a:r>
                        <a:rPr lang="en-US" altLang="zh-CN" sz="1800" dirty="0"/>
                        <a:t>finally</a:t>
                      </a:r>
                      <a:endParaRPr lang="zh-CN" altLang="en-US" sz="1800" dirty="0"/>
                    </a:p>
                  </a:txBody>
                  <a:tcPr marL="91430" marR="91430" marT="45731" marB="45731"/>
                </a:tc>
                <a:tc>
                  <a:txBody>
                    <a:bodyPr/>
                    <a:lstStyle/>
                    <a:p>
                      <a:r>
                        <a:rPr lang="en-US" altLang="zh-CN" sz="1800" dirty="0"/>
                        <a:t>lambda</a:t>
                      </a:r>
                      <a:endParaRPr lang="zh-CN" altLang="en-US" sz="1800" dirty="0"/>
                    </a:p>
                  </a:txBody>
                  <a:tcPr marL="91430" marR="91430" marT="45731" marB="45731"/>
                </a:tc>
                <a:tc>
                  <a:txBody>
                    <a:bodyPr/>
                    <a:lstStyle/>
                    <a:p>
                      <a:r>
                        <a:rPr lang="en-US" altLang="zh-CN" sz="1800" dirty="0"/>
                        <a:t>while</a:t>
                      </a:r>
                      <a:endParaRPr lang="zh-CN" altLang="en-US" sz="1800" dirty="0"/>
                    </a:p>
                  </a:txBody>
                  <a:tcPr marL="91430" marR="91430" marT="45731" marB="45731"/>
                </a:tc>
                <a:extLst>
                  <a:ext uri="{0D108BD9-81ED-4DB2-BD59-A6C34878D82A}">
                    <a16:rowId xmlns:a16="http://schemas.microsoft.com/office/drawing/2014/main" val="10003"/>
                  </a:ext>
                </a:extLst>
              </a:tr>
              <a:tr h="395598">
                <a:tc>
                  <a:txBody>
                    <a:bodyPr/>
                    <a:lstStyle/>
                    <a:p>
                      <a:r>
                        <a:rPr lang="en-US" altLang="zh-CN" sz="1800" dirty="0"/>
                        <a:t>class</a:t>
                      </a:r>
                      <a:endParaRPr lang="zh-CN" altLang="en-US" sz="1800" dirty="0"/>
                    </a:p>
                  </a:txBody>
                  <a:tcPr marL="91430" marR="91430" marT="45731" marB="45731"/>
                </a:tc>
                <a:tc>
                  <a:txBody>
                    <a:bodyPr/>
                    <a:lstStyle/>
                    <a:p>
                      <a:r>
                        <a:rPr lang="en-US" altLang="zh-CN" sz="1800" dirty="0"/>
                        <a:t>for</a:t>
                      </a:r>
                      <a:endParaRPr lang="zh-CN" altLang="en-US" sz="1800" dirty="0"/>
                    </a:p>
                  </a:txBody>
                  <a:tcPr marL="91430" marR="91430" marT="45731" marB="45731"/>
                </a:tc>
                <a:tc>
                  <a:txBody>
                    <a:bodyPr/>
                    <a:lstStyle/>
                    <a:p>
                      <a:r>
                        <a:rPr lang="en-US" altLang="zh-CN" sz="1800" dirty="0"/>
                        <a:t>nonlocal</a:t>
                      </a:r>
                      <a:endParaRPr lang="zh-CN" altLang="en-US" sz="1800" dirty="0"/>
                    </a:p>
                  </a:txBody>
                  <a:tcPr marL="91430" marR="91430" marT="45731" marB="45731"/>
                </a:tc>
                <a:tc>
                  <a:txBody>
                    <a:bodyPr/>
                    <a:lstStyle/>
                    <a:p>
                      <a:r>
                        <a:rPr lang="en-US" altLang="zh-CN" sz="1800" dirty="0"/>
                        <a:t>with</a:t>
                      </a:r>
                      <a:endParaRPr lang="zh-CN" altLang="en-US" sz="1800" dirty="0"/>
                    </a:p>
                  </a:txBody>
                  <a:tcPr marL="91430" marR="91430" marT="45731" marB="45731"/>
                </a:tc>
                <a:extLst>
                  <a:ext uri="{0D108BD9-81ED-4DB2-BD59-A6C34878D82A}">
                    <a16:rowId xmlns:a16="http://schemas.microsoft.com/office/drawing/2014/main" val="10004"/>
                  </a:ext>
                </a:extLst>
              </a:tr>
              <a:tr h="365819">
                <a:tc>
                  <a:txBody>
                    <a:bodyPr/>
                    <a:lstStyle/>
                    <a:p>
                      <a:r>
                        <a:rPr lang="en-US" altLang="zh-CN" sz="1800" dirty="0"/>
                        <a:t>continue</a:t>
                      </a:r>
                      <a:endParaRPr lang="zh-CN" altLang="en-US" sz="1800" dirty="0"/>
                    </a:p>
                  </a:txBody>
                  <a:tcPr marL="91430" marR="91430" marT="45731" marB="45731"/>
                </a:tc>
                <a:tc>
                  <a:txBody>
                    <a:bodyPr/>
                    <a:lstStyle/>
                    <a:p>
                      <a:r>
                        <a:rPr lang="en-US" altLang="zh-CN" sz="1800" dirty="0"/>
                        <a:t>from</a:t>
                      </a:r>
                      <a:endParaRPr lang="zh-CN" altLang="en-US" sz="1800" dirty="0"/>
                    </a:p>
                  </a:txBody>
                  <a:tcPr marL="91430" marR="91430" marT="45731" marB="45731"/>
                </a:tc>
                <a:tc>
                  <a:txBody>
                    <a:bodyPr/>
                    <a:lstStyle/>
                    <a:p>
                      <a:r>
                        <a:rPr lang="en-US" altLang="zh-CN" sz="1800" dirty="0"/>
                        <a:t>not</a:t>
                      </a:r>
                      <a:endParaRPr lang="zh-CN" altLang="en-US" sz="1800" dirty="0"/>
                    </a:p>
                  </a:txBody>
                  <a:tcPr marL="91430" marR="91430" marT="45731" marB="45731"/>
                </a:tc>
                <a:tc>
                  <a:txBody>
                    <a:bodyPr/>
                    <a:lstStyle/>
                    <a:p>
                      <a:r>
                        <a:rPr lang="en-US" altLang="zh-CN" sz="1800" dirty="0"/>
                        <a:t>yield</a:t>
                      </a:r>
                      <a:endParaRPr lang="zh-CN" altLang="en-US" sz="1800" dirty="0"/>
                    </a:p>
                  </a:txBody>
                  <a:tcPr marL="91430" marR="91430" marT="45731" marB="45731"/>
                </a:tc>
                <a:extLst>
                  <a:ext uri="{0D108BD9-81ED-4DB2-BD59-A6C34878D82A}">
                    <a16:rowId xmlns:a16="http://schemas.microsoft.com/office/drawing/2014/main" val="10005"/>
                  </a:ext>
                </a:extLst>
              </a:tr>
              <a:tr h="395598">
                <a:tc>
                  <a:txBody>
                    <a:bodyPr/>
                    <a:lstStyle/>
                    <a:p>
                      <a:r>
                        <a:rPr lang="en-US" altLang="zh-CN" sz="1800" dirty="0"/>
                        <a:t>def</a:t>
                      </a:r>
                      <a:endParaRPr lang="zh-CN" altLang="en-US" sz="1800" dirty="0"/>
                    </a:p>
                  </a:txBody>
                  <a:tcPr marL="91430" marR="91430" marT="45731" marB="45731"/>
                </a:tc>
                <a:tc>
                  <a:txBody>
                    <a:bodyPr/>
                    <a:lstStyle/>
                    <a:p>
                      <a:r>
                        <a:rPr lang="en-US" altLang="zh-CN" sz="1800" dirty="0"/>
                        <a:t>global</a:t>
                      </a:r>
                      <a:endParaRPr lang="zh-CN" altLang="en-US" sz="1800" dirty="0"/>
                    </a:p>
                  </a:txBody>
                  <a:tcPr marL="91430" marR="91430" marT="45731" marB="45731"/>
                </a:tc>
                <a:tc>
                  <a:txBody>
                    <a:bodyPr/>
                    <a:lstStyle/>
                    <a:p>
                      <a:r>
                        <a:rPr lang="en-US" altLang="zh-CN" sz="1800" dirty="0"/>
                        <a:t>or</a:t>
                      </a:r>
                      <a:endParaRPr lang="zh-CN" altLang="en-US" sz="1800" dirty="0"/>
                    </a:p>
                  </a:txBody>
                  <a:tcPr marL="91430" marR="91430" marT="45731" marB="45731"/>
                </a:tc>
                <a:tc>
                  <a:txBody>
                    <a:bodyPr/>
                    <a:lstStyle/>
                    <a:p>
                      <a:r>
                        <a:rPr lang="en-US" altLang="zh-CN" sz="1800" dirty="0"/>
                        <a:t>True</a:t>
                      </a:r>
                      <a:endParaRPr lang="zh-CN" altLang="en-US" sz="1800" dirty="0"/>
                    </a:p>
                  </a:txBody>
                  <a:tcPr marL="91430" marR="91430" marT="45731" marB="45731"/>
                </a:tc>
                <a:extLst>
                  <a:ext uri="{0D108BD9-81ED-4DB2-BD59-A6C34878D82A}">
                    <a16:rowId xmlns:a16="http://schemas.microsoft.com/office/drawing/2014/main" val="10006"/>
                  </a:ext>
                </a:extLst>
              </a:tr>
              <a:tr h="395598">
                <a:tc>
                  <a:txBody>
                    <a:bodyPr/>
                    <a:lstStyle/>
                    <a:p>
                      <a:r>
                        <a:rPr lang="en-US" altLang="zh-CN" sz="1800" dirty="0"/>
                        <a:t>del</a:t>
                      </a:r>
                      <a:endParaRPr lang="zh-CN" altLang="en-US" sz="1800" dirty="0"/>
                    </a:p>
                  </a:txBody>
                  <a:tcPr marL="91430" marR="91430" marT="45731" marB="45731"/>
                </a:tc>
                <a:tc>
                  <a:txBody>
                    <a:bodyPr/>
                    <a:lstStyle/>
                    <a:p>
                      <a:r>
                        <a:rPr lang="en-US" altLang="zh-CN" sz="1800" dirty="0"/>
                        <a:t>if</a:t>
                      </a:r>
                      <a:endParaRPr lang="zh-CN" altLang="en-US" sz="1800" dirty="0"/>
                    </a:p>
                  </a:txBody>
                  <a:tcPr marL="91430" marR="91430" marT="45731" marB="45731"/>
                </a:tc>
                <a:tc>
                  <a:txBody>
                    <a:bodyPr/>
                    <a:lstStyle/>
                    <a:p>
                      <a:r>
                        <a:rPr lang="en-US" altLang="zh-CN" sz="1800" dirty="0"/>
                        <a:t>pass </a:t>
                      </a:r>
                      <a:endParaRPr lang="zh-CN" altLang="en-US" sz="1800" dirty="0"/>
                    </a:p>
                  </a:txBody>
                  <a:tcPr marL="91430" marR="91430" marT="45731" marB="45731"/>
                </a:tc>
                <a:tc>
                  <a:txBody>
                    <a:bodyPr/>
                    <a:lstStyle/>
                    <a:p>
                      <a:r>
                        <a:rPr lang="en-US" altLang="zh-CN" sz="1800" dirty="0"/>
                        <a:t>False </a:t>
                      </a:r>
                      <a:endParaRPr lang="zh-CN" altLang="en-US" sz="1800" dirty="0"/>
                    </a:p>
                  </a:txBody>
                  <a:tcPr marL="91430" marR="91430" marT="45731" marB="45731"/>
                </a:tc>
                <a:extLst>
                  <a:ext uri="{0D108BD9-81ED-4DB2-BD59-A6C34878D82A}">
                    <a16:rowId xmlns:a16="http://schemas.microsoft.com/office/drawing/2014/main" val="10007"/>
                  </a:ext>
                </a:extLst>
              </a:tr>
              <a:tr h="395598">
                <a:tc>
                  <a:txBody>
                    <a:bodyPr/>
                    <a:lstStyle/>
                    <a:p>
                      <a:endParaRPr lang="zh-CN" altLang="en-US" sz="1800" dirty="0"/>
                    </a:p>
                  </a:txBody>
                  <a:tcPr marL="91430" marR="91430" marT="45731" marB="45731"/>
                </a:tc>
                <a:tc>
                  <a:txBody>
                    <a:bodyPr/>
                    <a:lstStyle/>
                    <a:p>
                      <a:endParaRPr lang="zh-CN" altLang="en-US" sz="1800" dirty="0"/>
                    </a:p>
                  </a:txBody>
                  <a:tcPr marL="91430" marR="91430" marT="45731" marB="45731"/>
                </a:tc>
                <a:tc>
                  <a:txBody>
                    <a:bodyPr/>
                    <a:lstStyle/>
                    <a:p>
                      <a:endParaRPr lang="zh-CN" altLang="en-US" sz="1800" dirty="0"/>
                    </a:p>
                  </a:txBody>
                  <a:tcPr marL="91430" marR="91430" marT="45731" marB="45731"/>
                </a:tc>
                <a:tc>
                  <a:txBody>
                    <a:bodyPr/>
                    <a:lstStyle/>
                    <a:p>
                      <a:r>
                        <a:rPr lang="en-US" altLang="zh-CN" sz="1800" dirty="0"/>
                        <a:t>None </a:t>
                      </a:r>
                      <a:endParaRPr lang="zh-CN" altLang="en-US" sz="1800" dirty="0"/>
                    </a:p>
                  </a:txBody>
                  <a:tcPr marL="91430" marR="91430" marT="45731" marB="45731"/>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245FF481-DF03-44FE-A209-7FC2B84C72DA}"/>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72F16371-77FB-4D62-A20F-1F8950BC5825}"/>
              </a:ext>
            </a:extLst>
          </p:cNvPr>
          <p:cNvSpPr txBox="1">
            <a:spLocks noChangeArrowheads="1"/>
          </p:cNvSpPr>
          <p:nvPr/>
        </p:nvSpPr>
        <p:spPr bwMode="auto">
          <a:xfrm>
            <a:off x="431800" y="304800"/>
            <a:ext cx="1724025"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字符串</a:t>
            </a:r>
          </a:p>
        </p:txBody>
      </p:sp>
      <p:sp>
        <p:nvSpPr>
          <p:cNvPr id="20483" name="TextBox 2">
            <a:extLst>
              <a:ext uri="{FF2B5EF4-FFF2-40B4-BE49-F238E27FC236}">
                <a16:creationId xmlns:a16="http://schemas.microsoft.com/office/drawing/2014/main" id="{A4791F7B-1423-4526-BAC7-81101EE730DB}"/>
              </a:ext>
            </a:extLst>
          </p:cNvPr>
          <p:cNvSpPr txBox="1">
            <a:spLocks noChangeArrowheads="1"/>
          </p:cNvSpPr>
          <p:nvPr/>
        </p:nvSpPr>
        <p:spPr bwMode="auto">
          <a:xfrm>
            <a:off x="323850" y="1700213"/>
            <a:ext cx="8501063"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914400" indent="-457200"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l"/>
            </a:pPr>
            <a:r>
              <a:rPr lang="en-US" altLang="zh-CN" sz="2800">
                <a:latin typeface="微软雅黑" panose="020B0503020204020204" pitchFamily="34" charset="-122"/>
                <a:ea typeface="微软雅黑" panose="020B0503020204020204" pitchFamily="34" charset="-122"/>
              </a:rPr>
              <a:t>Python</a:t>
            </a:r>
            <a:r>
              <a:rPr lang="zh-CN" altLang="zh-CN" sz="2800">
                <a:latin typeface="微软雅黑" panose="020B0503020204020204" pitchFamily="34" charset="-122"/>
                <a:ea typeface="微软雅黑" panose="020B0503020204020204" pitchFamily="34" charset="-122"/>
              </a:rPr>
              <a:t>语言中，字符串是用两个双引号</a:t>
            </a:r>
            <a:r>
              <a:rPr lang="en-US" altLang="zh-CN" sz="2800">
                <a:latin typeface="微软雅黑" panose="020B0503020204020204" pitchFamily="34" charset="-122"/>
                <a:ea typeface="微软雅黑" panose="020B0503020204020204" pitchFamily="34" charset="-122"/>
              </a:rPr>
              <a:t>“ ”</a:t>
            </a:r>
            <a:r>
              <a:rPr lang="zh-CN" altLang="zh-CN" sz="2800">
                <a:latin typeface="微软雅黑" panose="020B0503020204020204" pitchFamily="34" charset="-122"/>
                <a:ea typeface="微软雅黑" panose="020B0503020204020204" pitchFamily="34" charset="-122"/>
              </a:rPr>
              <a:t>或者单引号</a:t>
            </a:r>
            <a:r>
              <a:rPr lang="en-US" altLang="zh-CN" sz="2800">
                <a:latin typeface="微软雅黑" panose="020B0503020204020204" pitchFamily="34" charset="-122"/>
                <a:ea typeface="微软雅黑" panose="020B0503020204020204" pitchFamily="34" charset="-122"/>
              </a:rPr>
              <a:t>‘ ’</a:t>
            </a:r>
            <a:r>
              <a:rPr lang="zh-CN" altLang="zh-CN" sz="2800">
                <a:latin typeface="微软雅黑" panose="020B0503020204020204" pitchFamily="34" charset="-122"/>
                <a:ea typeface="微软雅黑" panose="020B0503020204020204" pitchFamily="34" charset="-122"/>
              </a:rPr>
              <a:t>括起来的一个或多个字符。</a:t>
            </a:r>
            <a:endParaRPr lang="zh-CN" altLang="en-US" sz="28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buFont typeface="Wingdings" panose="05000000000000000000" pitchFamily="2" charset="2"/>
              <a:buChar char="l"/>
            </a:pPr>
            <a:r>
              <a:rPr lang="en-US" altLang="zh-CN" sz="2800">
                <a:latin typeface="微软雅黑" panose="020B0503020204020204" pitchFamily="34" charset="-122"/>
                <a:ea typeface="微软雅黑" panose="020B0503020204020204" pitchFamily="34" charset="-122"/>
              </a:rPr>
              <a:t>Python</a:t>
            </a:r>
            <a:r>
              <a:rPr lang="zh-CN" altLang="zh-CN" sz="2800">
                <a:latin typeface="微软雅黑" panose="020B0503020204020204" pitchFamily="34" charset="-122"/>
                <a:ea typeface="微软雅黑" panose="020B0503020204020204" pitchFamily="34" charset="-122"/>
              </a:rPr>
              <a:t>字符串的两种序号体系</a:t>
            </a:r>
          </a:p>
          <a:p>
            <a:pPr lvl="1" algn="just" eaLnBrk="1" hangingPunct="1">
              <a:lnSpc>
                <a:spcPct val="200000"/>
              </a:lnSpc>
              <a:buClr>
                <a:srgbClr val="0066FF"/>
              </a:buClr>
            </a:pPr>
            <a:endParaRPr lang="zh-CN" altLang="en-US" sz="2800">
              <a:latin typeface="微软雅黑" panose="020B0503020204020204" pitchFamily="34" charset="-122"/>
              <a:ea typeface="微软雅黑" panose="020B0503020204020204" pitchFamily="34" charset="-122"/>
            </a:endParaRPr>
          </a:p>
        </p:txBody>
      </p:sp>
      <p:pic>
        <p:nvPicPr>
          <p:cNvPr id="20484" name="图片 5">
            <a:extLst>
              <a:ext uri="{FF2B5EF4-FFF2-40B4-BE49-F238E27FC236}">
                <a16:creationId xmlns:a16="http://schemas.microsoft.com/office/drawing/2014/main" id="{D763BAC1-CB1C-4106-8D42-ED0809BC6A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4364038"/>
            <a:ext cx="4695825"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图片 1">
            <a:extLst>
              <a:ext uri="{FF2B5EF4-FFF2-40B4-BE49-F238E27FC236}">
                <a16:creationId xmlns:a16="http://schemas.microsoft.com/office/drawing/2014/main" id="{DB68D66D-55F6-456D-BFCE-C8CAD0DDEA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50000"/>
          <a:stretch>
            <a:fillRect/>
          </a:stretch>
        </p:blipFill>
        <p:spPr bwMode="auto">
          <a:xfrm>
            <a:off x="2555875" y="260350"/>
            <a:ext cx="6408738"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48B48E02-86FB-4D08-9609-E7DB9CC0C040}"/>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4CBE0224-93C1-4AFD-BD12-CB8252182658}"/>
              </a:ext>
            </a:extLst>
          </p:cNvPr>
          <p:cNvSpPr txBox="1">
            <a:spLocks noChangeArrowheads="1"/>
          </p:cNvSpPr>
          <p:nvPr/>
        </p:nvSpPr>
        <p:spPr bwMode="auto">
          <a:xfrm>
            <a:off x="323850" y="627063"/>
            <a:ext cx="2236788"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赋值语句</a:t>
            </a:r>
          </a:p>
        </p:txBody>
      </p:sp>
      <p:sp>
        <p:nvSpPr>
          <p:cNvPr id="21507" name="TextBox 2">
            <a:extLst>
              <a:ext uri="{FF2B5EF4-FFF2-40B4-BE49-F238E27FC236}">
                <a16:creationId xmlns:a16="http://schemas.microsoft.com/office/drawing/2014/main" id="{7F1E4FBC-97E2-4040-832A-91B177FCCBE8}"/>
              </a:ext>
            </a:extLst>
          </p:cNvPr>
          <p:cNvSpPr txBox="1">
            <a:spLocks noChangeArrowheads="1"/>
          </p:cNvSpPr>
          <p:nvPr/>
        </p:nvSpPr>
        <p:spPr bwMode="auto">
          <a:xfrm>
            <a:off x="323850" y="2060575"/>
            <a:ext cx="8501063"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a:t>
            </a:r>
            <a:r>
              <a:rPr lang="en-US" altLang="zh-CN" sz="2800">
                <a:latin typeface="微软雅黑" panose="020B0503020204020204" pitchFamily="34" charset="-122"/>
                <a:ea typeface="微软雅黑" panose="020B0503020204020204" pitchFamily="34" charset="-122"/>
              </a:rPr>
              <a:t>Python</a:t>
            </a:r>
            <a:r>
              <a:rPr lang="zh-CN" altLang="zh-CN" sz="2800">
                <a:latin typeface="微软雅黑" panose="020B0503020204020204" pitchFamily="34" charset="-122"/>
                <a:ea typeface="微软雅黑" panose="020B0503020204020204" pitchFamily="34" charset="-122"/>
              </a:rPr>
              <a:t>语言中，</a:t>
            </a:r>
            <a:r>
              <a:rPr lang="en-US" altLang="zh-CN" sz="2800">
                <a:latin typeface="微软雅黑" panose="020B0503020204020204" pitchFamily="34" charset="-122"/>
                <a:ea typeface="微软雅黑" panose="020B0503020204020204" pitchFamily="34" charset="-122"/>
              </a:rPr>
              <a:t>= </a:t>
            </a:r>
            <a:r>
              <a:rPr lang="zh-CN" altLang="zh-CN" sz="2800">
                <a:latin typeface="微软雅黑" panose="020B0503020204020204" pitchFamily="34" charset="-122"/>
                <a:ea typeface="微软雅黑" panose="020B0503020204020204" pitchFamily="34" charset="-122"/>
              </a:rPr>
              <a:t>表示“赋值”，即将等号右侧的值计算后将结果值赋给左侧变量，包含等号（</a:t>
            </a:r>
            <a:r>
              <a:rPr lang="en-US" altLang="zh-CN" sz="2800">
                <a:latin typeface="微软雅黑" panose="020B0503020204020204" pitchFamily="34" charset="-122"/>
                <a:ea typeface="微软雅黑" panose="020B0503020204020204" pitchFamily="34" charset="-122"/>
              </a:rPr>
              <a:t>=</a:t>
            </a:r>
            <a:r>
              <a:rPr lang="zh-CN" altLang="zh-CN" sz="2800">
                <a:latin typeface="微软雅黑" panose="020B0503020204020204" pitchFamily="34" charset="-122"/>
                <a:ea typeface="微软雅黑" panose="020B0503020204020204" pitchFamily="34" charset="-122"/>
              </a:rPr>
              <a:t>）的语句称为</a:t>
            </a:r>
            <a:r>
              <a:rPr lang="en-US" altLang="zh-CN" sz="2800">
                <a:latin typeface="微软雅黑" panose="020B0503020204020204" pitchFamily="34" charset="-122"/>
                <a:ea typeface="微软雅黑" panose="020B0503020204020204" pitchFamily="34" charset="-122"/>
              </a:rPr>
              <a:t>“</a:t>
            </a:r>
            <a:r>
              <a:rPr lang="zh-CN" altLang="zh-CN" sz="2800">
                <a:latin typeface="微软雅黑" panose="020B0503020204020204" pitchFamily="34" charset="-122"/>
                <a:ea typeface="微软雅黑" panose="020B0503020204020204" pitchFamily="34" charset="-122"/>
              </a:rPr>
              <a:t>赋值语句</a:t>
            </a:r>
            <a:r>
              <a:rPr lang="en-US" altLang="zh-CN" sz="2800">
                <a:latin typeface="微软雅黑" panose="020B0503020204020204" pitchFamily="34" charset="-122"/>
                <a:ea typeface="微软雅黑" panose="020B0503020204020204" pitchFamily="34" charset="-122"/>
              </a:rPr>
              <a:t>”</a:t>
            </a:r>
            <a:endParaRPr lang="zh-CN" altLang="en-US" sz="28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pPr>
            <a:endParaRPr lang="en-US" altLang="zh-CN" sz="2800">
              <a:latin typeface="微软雅黑" panose="020B0503020204020204" pitchFamily="34" charset="-122"/>
              <a:ea typeface="微软雅黑" panose="020B0503020204020204" pitchFamily="34" charset="-122"/>
            </a:endParaRPr>
          </a:p>
        </p:txBody>
      </p:sp>
      <p:pic>
        <p:nvPicPr>
          <p:cNvPr id="21508" name="图片 1">
            <a:extLst>
              <a:ext uri="{FF2B5EF4-FFF2-40B4-BE49-F238E27FC236}">
                <a16:creationId xmlns:a16="http://schemas.microsoft.com/office/drawing/2014/main" id="{8FAD8741-F1E3-45E7-AC74-00D6D46398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0000"/>
          <a:stretch>
            <a:fillRect/>
          </a:stretch>
        </p:blipFill>
        <p:spPr bwMode="auto">
          <a:xfrm>
            <a:off x="2555875" y="260350"/>
            <a:ext cx="6408738"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0401951F-A31D-4517-AE56-9817F61EAD55}"/>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1E421A5F-1425-414E-9B7F-26EAD6F9A3DF}"/>
              </a:ext>
            </a:extLst>
          </p:cNvPr>
          <p:cNvSpPr txBox="1">
            <a:spLocks noChangeArrowheads="1"/>
          </p:cNvSpPr>
          <p:nvPr/>
        </p:nvSpPr>
        <p:spPr bwMode="auto">
          <a:xfrm>
            <a:off x="250825" y="304800"/>
            <a:ext cx="2312988" cy="1077913"/>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en-US" altLang="zh-CN" dirty="0">
                <a:solidFill>
                  <a:srgbClr val="262626"/>
                </a:solidFill>
                <a:latin typeface="微软雅黑" panose="020B0503020204020204" pitchFamily="34" charset="-122"/>
                <a:ea typeface="微软雅黑" panose="020B0503020204020204" pitchFamily="34" charset="-122"/>
              </a:rPr>
              <a:t>input()</a:t>
            </a:r>
            <a:r>
              <a:rPr lang="zh-CN" altLang="zh-CN" dirty="0">
                <a:solidFill>
                  <a:srgbClr val="262626"/>
                </a:solidFill>
                <a:latin typeface="微软雅黑" panose="020B0503020204020204" pitchFamily="34" charset="-122"/>
                <a:ea typeface="微软雅黑" panose="020B0503020204020204" pitchFamily="34" charset="-122"/>
              </a:rPr>
              <a:t>函数</a:t>
            </a:r>
          </a:p>
          <a:p>
            <a:pPr>
              <a:spcBef>
                <a:spcPct val="0"/>
              </a:spcBef>
              <a:buFontTx/>
              <a:buNone/>
              <a:defRPr/>
            </a:pPr>
            <a:endParaRPr lang="zh-CN" altLang="en-US" dirty="0">
              <a:solidFill>
                <a:srgbClr val="262626"/>
              </a:solidFill>
              <a:latin typeface="微软雅黑" panose="020B0503020204020204" pitchFamily="34" charset="-122"/>
              <a:ea typeface="微软雅黑" panose="020B0503020204020204" pitchFamily="34" charset="-122"/>
            </a:endParaRPr>
          </a:p>
        </p:txBody>
      </p:sp>
      <p:sp>
        <p:nvSpPr>
          <p:cNvPr id="22531" name="TextBox 2">
            <a:extLst>
              <a:ext uri="{FF2B5EF4-FFF2-40B4-BE49-F238E27FC236}">
                <a16:creationId xmlns:a16="http://schemas.microsoft.com/office/drawing/2014/main" id="{253E0EB5-B189-4CFF-929C-2B0734C88C6F}"/>
              </a:ext>
            </a:extLst>
          </p:cNvPr>
          <p:cNvSpPr txBox="1">
            <a:spLocks noChangeArrowheads="1"/>
          </p:cNvSpPr>
          <p:nvPr/>
        </p:nvSpPr>
        <p:spPr bwMode="auto">
          <a:xfrm>
            <a:off x="539750" y="1997075"/>
            <a:ext cx="8501063"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buFontTx/>
              <a:buChar char="•"/>
            </a:pPr>
            <a:r>
              <a:rPr lang="zh-CN" altLang="zh-CN" sz="2400">
                <a:latin typeface="微软雅黑" panose="020B0503020204020204" pitchFamily="34" charset="-122"/>
                <a:ea typeface="微软雅黑" panose="020B0503020204020204" pitchFamily="34" charset="-122"/>
              </a:rPr>
              <a:t>获得用户输入之前，</a:t>
            </a:r>
            <a:r>
              <a:rPr lang="en-US" altLang="zh-CN" sz="2400">
                <a:latin typeface="微软雅黑" panose="020B0503020204020204" pitchFamily="34" charset="-122"/>
                <a:ea typeface="微软雅黑" panose="020B0503020204020204" pitchFamily="34" charset="-122"/>
              </a:rPr>
              <a:t>input()</a:t>
            </a:r>
            <a:r>
              <a:rPr lang="zh-CN" altLang="zh-CN" sz="2400">
                <a:latin typeface="微软雅黑" panose="020B0503020204020204" pitchFamily="34" charset="-122"/>
                <a:ea typeface="微软雅黑" panose="020B0503020204020204" pitchFamily="34" charset="-122"/>
              </a:rPr>
              <a:t>函数可以包含一些提示性文字</a:t>
            </a:r>
            <a:r>
              <a:rPr lang="zh-CN" altLang="en-US" sz="2400">
                <a:latin typeface="微软雅黑" panose="020B0503020204020204" pitchFamily="34" charset="-122"/>
                <a:ea typeface="微软雅黑" panose="020B0503020204020204" pitchFamily="34" charset="-122"/>
              </a:rPr>
              <a:t> </a:t>
            </a:r>
            <a:endParaRPr lang="zh-CN" altLang="zh-CN" sz="2400">
              <a:latin typeface="微软雅黑" panose="020B0503020204020204" pitchFamily="34" charset="-122"/>
              <a:ea typeface="微软雅黑" panose="020B0503020204020204" pitchFamily="34" charset="-122"/>
            </a:endParaRPr>
          </a:p>
          <a:p>
            <a:pPr eaLnBrk="1" hangingPunct="1">
              <a:spcBef>
                <a:spcPct val="20000"/>
              </a:spcBef>
            </a:pPr>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&lt;</a:t>
            </a:r>
            <a:r>
              <a:rPr lang="zh-CN" altLang="zh-CN" sz="2400">
                <a:latin typeface="微软雅黑" panose="020B0503020204020204" pitchFamily="34" charset="-122"/>
                <a:ea typeface="微软雅黑" panose="020B0503020204020204" pitchFamily="34" charset="-122"/>
              </a:rPr>
              <a:t>变量</a:t>
            </a:r>
            <a:r>
              <a:rPr lang="en-US" altLang="zh-CN" sz="2400">
                <a:latin typeface="微软雅黑" panose="020B0503020204020204" pitchFamily="34" charset="-122"/>
                <a:ea typeface="微软雅黑" panose="020B0503020204020204" pitchFamily="34" charset="-122"/>
              </a:rPr>
              <a:t>&gt; = input(&lt;</a:t>
            </a:r>
            <a:r>
              <a:rPr lang="zh-CN" altLang="zh-CN" sz="2400">
                <a:latin typeface="微软雅黑" panose="020B0503020204020204" pitchFamily="34" charset="-122"/>
                <a:ea typeface="微软雅黑" panose="020B0503020204020204" pitchFamily="34" charset="-122"/>
              </a:rPr>
              <a:t>提示性文字</a:t>
            </a:r>
            <a:r>
              <a:rPr lang="en-US" altLang="zh-CN" sz="2400">
                <a:latin typeface="微软雅黑" panose="020B0503020204020204" pitchFamily="34" charset="-122"/>
                <a:ea typeface="微软雅黑" panose="020B0503020204020204" pitchFamily="34" charset="-122"/>
              </a:rPr>
              <a:t>&gt;)</a:t>
            </a:r>
            <a:endParaRPr lang="zh-CN" altLang="zh-CN" sz="2400">
              <a:latin typeface="微软雅黑" panose="020B0503020204020204" pitchFamily="34" charset="-122"/>
              <a:ea typeface="微软雅黑" panose="020B0503020204020204" pitchFamily="34" charset="-122"/>
            </a:endParaRPr>
          </a:p>
          <a:p>
            <a:pPr lvl="2" algn="just" eaLnBrk="1" hangingPunct="1">
              <a:lnSpc>
                <a:spcPct val="150000"/>
              </a:lnSpc>
              <a:buClr>
                <a:srgbClr val="0066FF"/>
              </a:buClr>
              <a:buFont typeface="Wingdings" panose="05000000000000000000" pitchFamily="2" charset="2"/>
              <a:buChar char="n"/>
            </a:pPr>
            <a:endParaRPr lang="zh-CN" altLang="en-US" sz="2400">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282AFDD5-8D70-45BD-9F77-F0F897DA5989}"/>
              </a:ext>
            </a:extLst>
          </p:cNvPr>
          <p:cNvGraphicFramePr>
            <a:graphicFrameLocks noGrp="1"/>
          </p:cNvGraphicFramePr>
          <p:nvPr/>
        </p:nvGraphicFramePr>
        <p:xfrm>
          <a:off x="1314450" y="2997200"/>
          <a:ext cx="6553200" cy="2952750"/>
        </p:xfrm>
        <a:graphic>
          <a:graphicData uri="http://schemas.openxmlformats.org/drawingml/2006/table">
            <a:tbl>
              <a:tblPr/>
              <a:tblGrid>
                <a:gridCol w="6553200">
                  <a:extLst>
                    <a:ext uri="{9D8B030D-6E8A-4147-A177-3AD203B41FA5}">
                      <a16:colId xmlns:a16="http://schemas.microsoft.com/office/drawing/2014/main" val="20000"/>
                    </a:ext>
                  </a:extLst>
                </a:gridCol>
              </a:tblGrid>
              <a:tr h="278971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ts val="2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&gt;&gt;&gt;input("</a:t>
                      </a:r>
                      <a:r>
                        <a:rPr kumimoji="0" lang="zh-CN"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请输入</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 ")</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p>
                      <a:pPr marL="0" marR="0" lvl="0" indent="0" algn="l" defTabSz="914400" rtl="0" eaLnBrk="1" fontAlgn="base" latinLnBrk="0" hangingPunct="1">
                        <a:lnSpc>
                          <a:spcPts val="2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请输入</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python</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p>
                      <a:pPr marL="0" marR="0" lvl="0" indent="0" algn="l" defTabSz="914400" rtl="0" eaLnBrk="1" fontAlgn="base" latinLnBrk="0" hangingPunct="1">
                        <a:lnSpc>
                          <a:spcPts val="2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'python'</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p>
                      <a:pPr marL="0" marR="0" lvl="0" indent="0" algn="l" defTabSz="914400" rtl="0" eaLnBrk="1" fontAlgn="base" latinLnBrk="0" hangingPunct="1">
                        <a:lnSpc>
                          <a:spcPts val="2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&gt;&gt;&gt; input("</a:t>
                      </a:r>
                      <a:r>
                        <a:rPr kumimoji="0" lang="zh-CN"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请输入</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 ")</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p>
                      <a:pPr marL="0" marR="0" lvl="0" indent="0" algn="l" defTabSz="914400" rtl="0" eaLnBrk="1" fontAlgn="base" latinLnBrk="0" hangingPunct="1">
                        <a:lnSpc>
                          <a:spcPts val="2000"/>
                        </a:lnSpc>
                        <a:spcBef>
                          <a:spcPct val="0"/>
                        </a:spcBef>
                        <a:spcAft>
                          <a:spcPct val="0"/>
                        </a:spcAft>
                        <a:buClrTx/>
                        <a:buSzTx/>
                        <a:buFontTx/>
                        <a:buNone/>
                      </a:pPr>
                      <a:r>
                        <a:rPr kumimoji="0" lang="zh-CN"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请输入</a:t>
                      </a: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 </a:t>
                      </a:r>
                      <a:r>
                        <a:rPr kumimoji="0" lang="en-US" altLang="zh-CN" sz="2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1024.256</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p>
                      <a:pPr marL="0" marR="0" lvl="0" indent="0" algn="l" defTabSz="914400" rtl="0" eaLnBrk="1" fontAlgn="base" latinLnBrk="0" hangingPunct="1">
                        <a:lnSpc>
                          <a:spcPts val="2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'1024.256'</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a:noFill/>
                    </a:lnB>
                    <a:lnTlToBr>
                      <a:noFill/>
                    </a:lnTlToBr>
                    <a:lnBlToTr>
                      <a:noFill/>
                    </a:lnBlToTr>
                    <a:pattFill prst="pct10">
                      <a:fgClr>
                        <a:srgbClr val="FFFFFF"/>
                      </a:fgClr>
                      <a:bgClr>
                        <a:srgbClr val="E5E5E5"/>
                      </a:bgClr>
                    </a:pattFill>
                  </a:tcPr>
                </a:tc>
                <a:extLst>
                  <a:ext uri="{0D108BD9-81ED-4DB2-BD59-A6C34878D82A}">
                    <a16:rowId xmlns:a16="http://schemas.microsoft.com/office/drawing/2014/main" val="10000"/>
                  </a:ext>
                </a:extLst>
              </a:tr>
              <a:tr h="16303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ts val="8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rPr>
                        <a:t> </a:t>
                      </a:r>
                      <a:endParaRPr kumimoji="0" lang="zh-CN" altLang="zh-CN" sz="10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a:noFill/>
                    </a:lnT>
                    <a:lnB w="12700" cap="flat" cmpd="sng" algn="ctr">
                      <a:solidFill>
                        <a:srgbClr val="00B050"/>
                      </a:solidFill>
                      <a:prstDash val="solid"/>
                      <a:round/>
                      <a:headEnd type="none" w="med" len="med"/>
                      <a:tailEnd type="none" w="med" len="med"/>
                    </a:lnB>
                    <a:lnTlToBr>
                      <a:noFill/>
                    </a:lnTlToBr>
                    <a:lnBlToTr>
                      <a:noFill/>
                    </a:lnBlToTr>
                    <a:pattFill prst="pct10">
                      <a:fgClr>
                        <a:srgbClr val="FFFFFF"/>
                      </a:fgClr>
                      <a:bgClr>
                        <a:srgbClr val="E5E5E5"/>
                      </a:bgClr>
                    </a:pattFill>
                  </a:tcPr>
                </a:tc>
                <a:extLst>
                  <a:ext uri="{0D108BD9-81ED-4DB2-BD59-A6C34878D82A}">
                    <a16:rowId xmlns:a16="http://schemas.microsoft.com/office/drawing/2014/main" val="10001"/>
                  </a:ext>
                </a:extLst>
              </a:tr>
            </a:tbl>
          </a:graphicData>
        </a:graphic>
      </p:graphicFrame>
      <p:pic>
        <p:nvPicPr>
          <p:cNvPr id="22540" name="图片 1">
            <a:extLst>
              <a:ext uri="{FF2B5EF4-FFF2-40B4-BE49-F238E27FC236}">
                <a16:creationId xmlns:a16="http://schemas.microsoft.com/office/drawing/2014/main" id="{C4D0DFA1-B072-4DEF-AF3D-48429E012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0000"/>
          <a:stretch>
            <a:fillRect/>
          </a:stretch>
        </p:blipFill>
        <p:spPr bwMode="auto">
          <a:xfrm>
            <a:off x="2633663" y="293688"/>
            <a:ext cx="6408737"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1FE60508-FFDF-4B00-8A46-5A95CC0BE016}"/>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5D709A85-B372-46C7-89AC-797AB8FB4157}"/>
              </a:ext>
            </a:extLst>
          </p:cNvPr>
          <p:cNvSpPr txBox="1">
            <a:spLocks noChangeArrowheads="1"/>
          </p:cNvSpPr>
          <p:nvPr/>
        </p:nvSpPr>
        <p:spPr bwMode="auto">
          <a:xfrm>
            <a:off x="233363" y="768350"/>
            <a:ext cx="2236787"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分支语句</a:t>
            </a:r>
          </a:p>
        </p:txBody>
      </p:sp>
      <p:sp>
        <p:nvSpPr>
          <p:cNvPr id="23555" name="TextBox 2">
            <a:extLst>
              <a:ext uri="{FF2B5EF4-FFF2-40B4-BE49-F238E27FC236}">
                <a16:creationId xmlns:a16="http://schemas.microsoft.com/office/drawing/2014/main" id="{E6932DE9-443D-431A-A736-1C034E092FAB}"/>
              </a:ext>
            </a:extLst>
          </p:cNvPr>
          <p:cNvSpPr txBox="1">
            <a:spLocks noChangeArrowheads="1"/>
          </p:cNvSpPr>
          <p:nvPr/>
        </p:nvSpPr>
        <p:spPr bwMode="auto">
          <a:xfrm>
            <a:off x="323850" y="2527300"/>
            <a:ext cx="85010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20000"/>
              </a:spcBef>
              <a:buFontTx/>
              <a:buChar char="•"/>
            </a:pPr>
            <a:r>
              <a:rPr lang="zh-CN" altLang="zh-CN" sz="2400">
                <a:latin typeface="微软雅黑" panose="020B0503020204020204" pitchFamily="34" charset="-122"/>
                <a:ea typeface="微软雅黑" panose="020B0503020204020204" pitchFamily="34" charset="-122"/>
              </a:rPr>
              <a:t>分支语句是控制程序运行的一类重要语句，它的作用是根据判断条件选择程序执行路径，使用方式如下：</a:t>
            </a:r>
          </a:p>
        </p:txBody>
      </p:sp>
      <p:sp>
        <p:nvSpPr>
          <p:cNvPr id="23556" name="TextBox 2">
            <a:extLst>
              <a:ext uri="{FF2B5EF4-FFF2-40B4-BE49-F238E27FC236}">
                <a16:creationId xmlns:a16="http://schemas.microsoft.com/office/drawing/2014/main" id="{13B08DF1-08F3-4A76-8B67-B72C5842B780}"/>
              </a:ext>
            </a:extLst>
          </p:cNvPr>
          <p:cNvSpPr txBox="1">
            <a:spLocks noChangeArrowheads="1"/>
          </p:cNvSpPr>
          <p:nvPr/>
        </p:nvSpPr>
        <p:spPr bwMode="auto">
          <a:xfrm>
            <a:off x="2470150" y="3357563"/>
            <a:ext cx="3851275"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sz="2400">
                <a:latin typeface="微软雅黑" panose="020B0503020204020204" pitchFamily="34" charset="-122"/>
                <a:ea typeface="微软雅黑" panose="020B0503020204020204" pitchFamily="34" charset="-122"/>
              </a:rPr>
              <a:t>if &lt;</a:t>
            </a:r>
            <a:r>
              <a:rPr lang="zh-CN" altLang="zh-CN" sz="2400">
                <a:latin typeface="微软雅黑" panose="020B0503020204020204" pitchFamily="34" charset="-122"/>
                <a:ea typeface="微软雅黑" panose="020B0503020204020204" pitchFamily="34" charset="-122"/>
              </a:rPr>
              <a:t>条件</a:t>
            </a:r>
            <a:r>
              <a:rPr lang="en-US" altLang="zh-CN" sz="2400">
                <a:latin typeface="微软雅黑" panose="020B0503020204020204" pitchFamily="34" charset="-122"/>
                <a:ea typeface="微软雅黑" panose="020B0503020204020204" pitchFamily="34" charset="-122"/>
              </a:rPr>
              <a:t>1&gt;:</a:t>
            </a:r>
            <a:endParaRPr lang="zh-CN" altLang="zh-CN" sz="2400">
              <a:latin typeface="微软雅黑" panose="020B0503020204020204" pitchFamily="34" charset="-122"/>
              <a:ea typeface="微软雅黑" panose="020B0503020204020204" pitchFamily="34" charset="-122"/>
            </a:endParaRPr>
          </a:p>
          <a:p>
            <a:pPr>
              <a:spcBef>
                <a:spcPct val="20000"/>
              </a:spcBef>
            </a:pPr>
            <a:r>
              <a:rPr lang="en-US" altLang="zh-CN" sz="2400">
                <a:latin typeface="微软雅黑" panose="020B0503020204020204" pitchFamily="34" charset="-122"/>
                <a:ea typeface="微软雅黑" panose="020B0503020204020204" pitchFamily="34" charset="-122"/>
              </a:rPr>
              <a:t>    &lt;</a:t>
            </a:r>
            <a:r>
              <a:rPr lang="zh-CN" altLang="zh-CN" sz="2400">
                <a:latin typeface="微软雅黑" panose="020B0503020204020204" pitchFamily="34" charset="-122"/>
                <a:ea typeface="微软雅黑" panose="020B0503020204020204" pitchFamily="34" charset="-122"/>
              </a:rPr>
              <a:t>语句块</a:t>
            </a:r>
            <a:r>
              <a:rPr lang="en-US" altLang="zh-CN" sz="2400">
                <a:latin typeface="微软雅黑" panose="020B0503020204020204" pitchFamily="34" charset="-122"/>
                <a:ea typeface="微软雅黑" panose="020B0503020204020204" pitchFamily="34" charset="-122"/>
              </a:rPr>
              <a:t>1&gt;</a:t>
            </a:r>
            <a:endParaRPr lang="zh-CN" altLang="zh-CN" sz="2400">
              <a:latin typeface="微软雅黑" panose="020B0503020204020204" pitchFamily="34" charset="-122"/>
              <a:ea typeface="微软雅黑" panose="020B0503020204020204" pitchFamily="34" charset="-122"/>
            </a:endParaRPr>
          </a:p>
          <a:p>
            <a:pPr>
              <a:spcBef>
                <a:spcPct val="20000"/>
              </a:spcBef>
            </a:pPr>
            <a:r>
              <a:rPr lang="en-US" altLang="zh-CN" sz="2400">
                <a:latin typeface="微软雅黑" panose="020B0503020204020204" pitchFamily="34" charset="-122"/>
                <a:ea typeface="微软雅黑" panose="020B0503020204020204" pitchFamily="34" charset="-122"/>
              </a:rPr>
              <a:t>elif &lt;</a:t>
            </a:r>
            <a:r>
              <a:rPr lang="zh-CN" altLang="zh-CN" sz="2400">
                <a:latin typeface="微软雅黑" panose="020B0503020204020204" pitchFamily="34" charset="-122"/>
                <a:ea typeface="微软雅黑" panose="020B0503020204020204" pitchFamily="34" charset="-122"/>
              </a:rPr>
              <a:t>条件</a:t>
            </a:r>
            <a:r>
              <a:rPr lang="en-US" altLang="zh-CN" sz="2400">
                <a:latin typeface="微软雅黑" panose="020B0503020204020204" pitchFamily="34" charset="-122"/>
                <a:ea typeface="微软雅黑" panose="020B0503020204020204" pitchFamily="34" charset="-122"/>
              </a:rPr>
              <a:t>2&gt;:</a:t>
            </a:r>
            <a:endParaRPr lang="zh-CN" altLang="zh-CN" sz="2400">
              <a:latin typeface="微软雅黑" panose="020B0503020204020204" pitchFamily="34" charset="-122"/>
              <a:ea typeface="微软雅黑" panose="020B0503020204020204" pitchFamily="34" charset="-122"/>
            </a:endParaRPr>
          </a:p>
          <a:p>
            <a:pPr>
              <a:spcBef>
                <a:spcPct val="20000"/>
              </a:spcBef>
            </a:pPr>
            <a:r>
              <a:rPr lang="en-US" altLang="zh-CN" sz="2400">
                <a:latin typeface="微软雅黑" panose="020B0503020204020204" pitchFamily="34" charset="-122"/>
                <a:ea typeface="微软雅黑" panose="020B0503020204020204" pitchFamily="34" charset="-122"/>
              </a:rPr>
              <a:t>    &lt;</a:t>
            </a:r>
            <a:r>
              <a:rPr lang="zh-CN" altLang="zh-CN" sz="2400">
                <a:latin typeface="微软雅黑" panose="020B0503020204020204" pitchFamily="34" charset="-122"/>
                <a:ea typeface="微软雅黑" panose="020B0503020204020204" pitchFamily="34" charset="-122"/>
              </a:rPr>
              <a:t>语句块</a:t>
            </a:r>
            <a:r>
              <a:rPr lang="en-US" altLang="zh-CN" sz="2400">
                <a:latin typeface="微软雅黑" panose="020B0503020204020204" pitchFamily="34" charset="-122"/>
                <a:ea typeface="微软雅黑" panose="020B0503020204020204" pitchFamily="34" charset="-122"/>
              </a:rPr>
              <a:t>2&gt;</a:t>
            </a:r>
            <a:endParaRPr lang="zh-CN" altLang="zh-CN" sz="2400">
              <a:latin typeface="微软雅黑" panose="020B0503020204020204" pitchFamily="34" charset="-122"/>
              <a:ea typeface="微软雅黑" panose="020B0503020204020204" pitchFamily="34" charset="-122"/>
            </a:endParaRPr>
          </a:p>
          <a:p>
            <a:pPr>
              <a:spcBef>
                <a:spcPct val="20000"/>
              </a:spcBef>
            </a:pPr>
            <a:r>
              <a:rPr lang="en-US" altLang="zh-CN" sz="2400">
                <a:latin typeface="微软雅黑" panose="020B0503020204020204" pitchFamily="34" charset="-122"/>
                <a:ea typeface="微软雅黑" panose="020B0503020204020204" pitchFamily="34" charset="-122"/>
              </a:rPr>
              <a:t>... </a:t>
            </a:r>
            <a:endParaRPr lang="zh-CN" altLang="zh-CN" sz="2400">
              <a:latin typeface="微软雅黑" panose="020B0503020204020204" pitchFamily="34" charset="-122"/>
              <a:ea typeface="微软雅黑" panose="020B0503020204020204" pitchFamily="34" charset="-122"/>
            </a:endParaRPr>
          </a:p>
          <a:p>
            <a:pPr>
              <a:spcBef>
                <a:spcPct val="20000"/>
              </a:spcBef>
            </a:pPr>
            <a:r>
              <a:rPr lang="en-US" altLang="zh-CN" sz="2400">
                <a:latin typeface="微软雅黑" panose="020B0503020204020204" pitchFamily="34" charset="-122"/>
                <a:ea typeface="微软雅黑" panose="020B0503020204020204" pitchFamily="34" charset="-122"/>
              </a:rPr>
              <a:t>else: </a:t>
            </a:r>
            <a:endParaRPr lang="zh-CN" altLang="zh-CN" sz="2400">
              <a:latin typeface="微软雅黑" panose="020B0503020204020204" pitchFamily="34" charset="-122"/>
              <a:ea typeface="微软雅黑" panose="020B0503020204020204" pitchFamily="34" charset="-122"/>
            </a:endParaRPr>
          </a:p>
          <a:p>
            <a:pPr>
              <a:spcBef>
                <a:spcPct val="20000"/>
              </a:spcBef>
            </a:pPr>
            <a:r>
              <a:rPr lang="en-US" altLang="zh-CN" sz="2400">
                <a:latin typeface="微软雅黑" panose="020B0503020204020204" pitchFamily="34" charset="-122"/>
                <a:ea typeface="微软雅黑" panose="020B0503020204020204" pitchFamily="34" charset="-122"/>
              </a:rPr>
              <a:t>    &lt;</a:t>
            </a:r>
            <a:r>
              <a:rPr lang="zh-CN" altLang="zh-CN" sz="2400">
                <a:latin typeface="微软雅黑" panose="020B0503020204020204" pitchFamily="34" charset="-122"/>
                <a:ea typeface="微软雅黑" panose="020B0503020204020204" pitchFamily="34" charset="-122"/>
              </a:rPr>
              <a:t>语句块</a:t>
            </a:r>
            <a:r>
              <a:rPr lang="en-US" altLang="zh-CN" sz="2400">
                <a:latin typeface="微软雅黑" panose="020B0503020204020204" pitchFamily="34" charset="-122"/>
                <a:ea typeface="微软雅黑" panose="020B0503020204020204" pitchFamily="34" charset="-122"/>
              </a:rPr>
              <a:t>N&gt;</a:t>
            </a:r>
            <a:endParaRPr lang="zh-CN" altLang="zh-CN" sz="2400">
              <a:latin typeface="微软雅黑" panose="020B0503020204020204" pitchFamily="34" charset="-122"/>
              <a:ea typeface="微软雅黑" panose="020B0503020204020204" pitchFamily="34" charset="-122"/>
            </a:endParaRPr>
          </a:p>
        </p:txBody>
      </p:sp>
      <p:pic>
        <p:nvPicPr>
          <p:cNvPr id="23557" name="图片 1">
            <a:extLst>
              <a:ext uri="{FF2B5EF4-FFF2-40B4-BE49-F238E27FC236}">
                <a16:creationId xmlns:a16="http://schemas.microsoft.com/office/drawing/2014/main" id="{B30EAF1F-4E1D-4BA4-93E9-D4F3449B3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1390" r="22929"/>
          <a:stretch>
            <a:fillRect/>
          </a:stretch>
        </p:blipFill>
        <p:spPr bwMode="auto">
          <a:xfrm>
            <a:off x="2771775" y="219075"/>
            <a:ext cx="6083300" cy="22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Box 2">
            <a:extLst>
              <a:ext uri="{FF2B5EF4-FFF2-40B4-BE49-F238E27FC236}">
                <a16:creationId xmlns:a16="http://schemas.microsoft.com/office/drawing/2014/main" id="{893D8410-B4EB-4D90-BD86-53CA28C026D3}"/>
              </a:ext>
            </a:extLst>
          </p:cNvPr>
          <p:cNvSpPr txBox="1">
            <a:spLocks noChangeArrowheads="1"/>
          </p:cNvSpPr>
          <p:nvPr/>
        </p:nvSpPr>
        <p:spPr bwMode="auto">
          <a:xfrm>
            <a:off x="692150" y="903288"/>
            <a:ext cx="3208338"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buClr>
                <a:schemeClr val="folHlink"/>
              </a:buClr>
              <a:buSzPct val="60000"/>
              <a:buFontTx/>
              <a:buNone/>
              <a:defRPr/>
            </a:pPr>
            <a:r>
              <a:rPr lang="en-US" altLang="zh-CN" sz="4000" dirty="0" err="1">
                <a:solidFill>
                  <a:srgbClr val="262626"/>
                </a:solidFill>
                <a:latin typeface="微软雅黑" panose="020B0503020204020204" pitchFamily="34" charset="-122"/>
                <a:ea typeface="微软雅黑" panose="020B0503020204020204" pitchFamily="34" charset="-122"/>
              </a:rPr>
              <a:t>eval</a:t>
            </a:r>
            <a:r>
              <a:rPr lang="zh-CN" altLang="en-US" sz="4000" dirty="0">
                <a:solidFill>
                  <a:srgbClr val="262626"/>
                </a:solidFill>
                <a:latin typeface="微软雅黑" panose="020B0503020204020204" pitchFamily="34" charset="-122"/>
                <a:ea typeface="微软雅黑" panose="020B0503020204020204" pitchFamily="34" charset="-122"/>
              </a:rPr>
              <a:t>（）函数</a:t>
            </a:r>
          </a:p>
        </p:txBody>
      </p:sp>
      <p:sp>
        <p:nvSpPr>
          <p:cNvPr id="24578" name="TextBox 2">
            <a:extLst>
              <a:ext uri="{FF2B5EF4-FFF2-40B4-BE49-F238E27FC236}">
                <a16:creationId xmlns:a16="http://schemas.microsoft.com/office/drawing/2014/main" id="{CA80C089-A84D-4105-9D99-CFA6424C15C7}"/>
              </a:ext>
            </a:extLst>
          </p:cNvPr>
          <p:cNvSpPr txBox="1">
            <a:spLocks noChangeArrowheads="1"/>
          </p:cNvSpPr>
          <p:nvPr/>
        </p:nvSpPr>
        <p:spPr bwMode="auto">
          <a:xfrm>
            <a:off x="468313" y="1844675"/>
            <a:ext cx="8208962"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C00000"/>
              </a:buClr>
              <a:buSzPct val="55000"/>
            </a:pPr>
            <a:r>
              <a:rPr lang="en-US" altLang="zh-CN" sz="2400" b="1">
                <a:latin typeface="Palatino Linotype" panose="02040502050505030304" pitchFamily="18" charset="0"/>
                <a:ea typeface="楷体" panose="02010609060101010101" pitchFamily="49" charset="-122"/>
              </a:rPr>
              <a:t>        eval(&lt;</a:t>
            </a:r>
            <a:r>
              <a:rPr lang="zh-CN" altLang="zh-CN" sz="2400" b="1">
                <a:latin typeface="Palatino Linotype" panose="02040502050505030304" pitchFamily="18" charset="0"/>
                <a:ea typeface="楷体" panose="02010609060101010101" pitchFamily="49" charset="-122"/>
              </a:rPr>
              <a:t>字符串</a:t>
            </a:r>
            <a:r>
              <a:rPr lang="en-US" altLang="zh-CN" sz="2400" b="1">
                <a:latin typeface="Palatino Linotype" panose="02040502050505030304" pitchFamily="18" charset="0"/>
                <a:ea typeface="楷体" panose="02010609060101010101" pitchFamily="49" charset="-122"/>
              </a:rPr>
              <a:t>&gt;)</a:t>
            </a:r>
            <a:r>
              <a:rPr lang="zh-CN" altLang="zh-CN" sz="2400" b="1">
                <a:latin typeface="Palatino Linotype" panose="02040502050505030304" pitchFamily="18" charset="0"/>
                <a:ea typeface="楷体" panose="02010609060101010101" pitchFamily="49" charset="-122"/>
              </a:rPr>
              <a:t>函数是</a:t>
            </a:r>
            <a:r>
              <a:rPr lang="en-US" altLang="zh-CN" sz="2400" b="1">
                <a:latin typeface="Palatino Linotype" panose="02040502050505030304" pitchFamily="18" charset="0"/>
                <a:ea typeface="楷体" panose="02010609060101010101" pitchFamily="49" charset="-122"/>
              </a:rPr>
              <a:t>Python</a:t>
            </a:r>
            <a:r>
              <a:rPr lang="zh-CN" altLang="zh-CN" sz="2400" b="1">
                <a:latin typeface="Palatino Linotype" panose="02040502050505030304" pitchFamily="18" charset="0"/>
                <a:ea typeface="楷体" panose="02010609060101010101" pitchFamily="49" charset="-122"/>
              </a:rPr>
              <a:t>语言中一个十分重要的函数，它能够以</a:t>
            </a:r>
            <a:r>
              <a:rPr lang="en-US" altLang="zh-CN" sz="2400" b="1">
                <a:latin typeface="Palatino Linotype" panose="02040502050505030304" pitchFamily="18" charset="0"/>
                <a:ea typeface="楷体" panose="02010609060101010101" pitchFamily="49" charset="-122"/>
              </a:rPr>
              <a:t>Python</a:t>
            </a:r>
            <a:r>
              <a:rPr lang="zh-CN" altLang="zh-CN" sz="2400" b="1">
                <a:latin typeface="Palatino Linotype" panose="02040502050505030304" pitchFamily="18" charset="0"/>
                <a:ea typeface="楷体" panose="02010609060101010101" pitchFamily="49" charset="-122"/>
              </a:rPr>
              <a:t>表达式的方式解析并执行字符串，将返回结果输出</a:t>
            </a:r>
          </a:p>
        </p:txBody>
      </p:sp>
      <p:graphicFrame>
        <p:nvGraphicFramePr>
          <p:cNvPr id="3" name="表格 2">
            <a:extLst>
              <a:ext uri="{FF2B5EF4-FFF2-40B4-BE49-F238E27FC236}">
                <a16:creationId xmlns:a16="http://schemas.microsoft.com/office/drawing/2014/main" id="{56E0FA15-B9C5-45D4-8F63-101F74C9F0A1}"/>
              </a:ext>
            </a:extLst>
          </p:cNvPr>
          <p:cNvGraphicFramePr>
            <a:graphicFrameLocks noGrp="1"/>
          </p:cNvGraphicFramePr>
          <p:nvPr/>
        </p:nvGraphicFramePr>
        <p:xfrm>
          <a:off x="1476375" y="3892550"/>
          <a:ext cx="5489575" cy="2735568"/>
        </p:xfrm>
        <a:graphic>
          <a:graphicData uri="http://schemas.openxmlformats.org/drawingml/2006/table">
            <a:tbl>
              <a:tblPr firstRow="1" firstCol="1" bandRow="1"/>
              <a:tblGrid>
                <a:gridCol w="5489575">
                  <a:extLst>
                    <a:ext uri="{9D8B030D-6E8A-4147-A177-3AD203B41FA5}">
                      <a16:colId xmlns:a16="http://schemas.microsoft.com/office/drawing/2014/main" val="20000"/>
                    </a:ext>
                  </a:extLst>
                </a:gridCol>
              </a:tblGrid>
              <a:tr h="2546045">
                <a:tc>
                  <a:txBody>
                    <a:bodyPr/>
                    <a:lstStyle/>
                    <a:p>
                      <a:pPr algn="l" fontAlgn="auto">
                        <a:lnSpc>
                          <a:spcPts val="2000"/>
                        </a:lnSpc>
                        <a:spcAft>
                          <a:spcPts val="0"/>
                        </a:spcAft>
                      </a:pPr>
                      <a:endParaRPr lang="en-US" sz="3000" b="1" kern="0" dirty="0">
                        <a:effectLst/>
                        <a:latin typeface="Courier New" panose="02070309020205020404" pitchFamily="49" charset="0"/>
                        <a:ea typeface="宋体" panose="02010600030101010101" pitchFamily="2" charset="-122"/>
                        <a:cs typeface="Times New Roman" panose="02020603050405020304" pitchFamily="18" charset="0"/>
                      </a:endParaRPr>
                    </a:p>
                    <a:p>
                      <a:pPr algn="l" fontAlgn="auto">
                        <a:lnSpc>
                          <a:spcPts val="2000"/>
                        </a:lnSpc>
                        <a:spcAft>
                          <a:spcPts val="0"/>
                        </a:spcAft>
                      </a:pPr>
                      <a:r>
                        <a:rPr lang="en-US" sz="3000" b="1" kern="0" dirty="0">
                          <a:effectLst/>
                          <a:latin typeface="Courier New" panose="02070309020205020404" pitchFamily="49" charset="0"/>
                          <a:ea typeface="宋体" panose="02010600030101010101" pitchFamily="2" charset="-122"/>
                          <a:cs typeface="Times New Roman" panose="02020603050405020304" pitchFamily="18" charset="0"/>
                        </a:rPr>
                        <a:t>&gt;&gt;&gt;</a:t>
                      </a:r>
                      <a:r>
                        <a:rPr lang="en-US" sz="3800" b="1" kern="0" dirty="0">
                          <a:effectLst/>
                          <a:latin typeface="Courier New" panose="02070309020205020404" pitchFamily="49" charset="0"/>
                          <a:ea typeface="宋体" panose="02010600030101010101" pitchFamily="2" charset="-122"/>
                          <a:cs typeface="Times New Roman" panose="02020603050405020304" pitchFamily="18" charset="0"/>
                        </a:rPr>
                        <a:t>x = 1</a:t>
                      </a:r>
                      <a:endParaRPr lang="zh-CN" sz="3000" kern="100" dirty="0">
                        <a:effectLst/>
                        <a:latin typeface="Calibri" panose="020F0502020204030204" pitchFamily="34" charset="0"/>
                        <a:ea typeface="宋体" panose="02010600030101010101" pitchFamily="2" charset="-122"/>
                        <a:cs typeface="Times New Roman" panose="02020603050405020304" pitchFamily="18" charset="0"/>
                      </a:endParaRPr>
                    </a:p>
                    <a:p>
                      <a:pPr algn="l" fontAlgn="auto">
                        <a:lnSpc>
                          <a:spcPts val="2000"/>
                        </a:lnSpc>
                        <a:spcAft>
                          <a:spcPts val="0"/>
                        </a:spcAft>
                      </a:pPr>
                      <a:endParaRPr lang="en-US" sz="3000" b="1" kern="0" dirty="0">
                        <a:effectLst/>
                        <a:latin typeface="Courier New" panose="02070309020205020404" pitchFamily="49" charset="0"/>
                        <a:ea typeface="宋体" panose="02010600030101010101" pitchFamily="2" charset="-122"/>
                        <a:cs typeface="Times New Roman" panose="02020603050405020304" pitchFamily="18" charset="0"/>
                      </a:endParaRPr>
                    </a:p>
                    <a:p>
                      <a:pPr algn="l" fontAlgn="auto">
                        <a:lnSpc>
                          <a:spcPts val="2000"/>
                        </a:lnSpc>
                        <a:spcAft>
                          <a:spcPts val="0"/>
                        </a:spcAft>
                      </a:pPr>
                      <a:r>
                        <a:rPr lang="en-US" sz="3000" b="1" kern="0" dirty="0">
                          <a:effectLst/>
                          <a:latin typeface="Courier New" panose="02070309020205020404" pitchFamily="49" charset="0"/>
                          <a:ea typeface="宋体" panose="02010600030101010101" pitchFamily="2" charset="-122"/>
                          <a:cs typeface="Times New Roman" panose="02020603050405020304" pitchFamily="18" charset="0"/>
                        </a:rPr>
                        <a:t>&gt;&gt;&gt;</a:t>
                      </a:r>
                      <a:r>
                        <a:rPr lang="en-US" sz="3000" b="1" kern="0" dirty="0" err="1">
                          <a:effectLst/>
                          <a:latin typeface="Courier New" panose="02070309020205020404" pitchFamily="49" charset="0"/>
                          <a:ea typeface="宋体" panose="02010600030101010101" pitchFamily="2" charset="-122"/>
                          <a:cs typeface="Times New Roman" panose="02020603050405020304" pitchFamily="18" charset="0"/>
                        </a:rPr>
                        <a:t>eval</a:t>
                      </a:r>
                      <a:r>
                        <a:rPr lang="en-US" sz="3000" b="1" kern="0" dirty="0">
                          <a:effectLst/>
                          <a:latin typeface="Courier New" panose="02070309020205020404" pitchFamily="49" charset="0"/>
                          <a:ea typeface="宋体" panose="02010600030101010101" pitchFamily="2" charset="-122"/>
                          <a:cs typeface="Times New Roman" panose="02020603050405020304" pitchFamily="18" charset="0"/>
                        </a:rPr>
                        <a:t>("x + 1")</a:t>
                      </a:r>
                      <a:endParaRPr lang="zh-CN" sz="3000" kern="100" dirty="0">
                        <a:effectLst/>
                        <a:latin typeface="Calibri" panose="020F0502020204030204" pitchFamily="34" charset="0"/>
                        <a:ea typeface="宋体" panose="02010600030101010101" pitchFamily="2" charset="-122"/>
                        <a:cs typeface="Times New Roman" panose="02020603050405020304" pitchFamily="18" charset="0"/>
                      </a:endParaRPr>
                    </a:p>
                    <a:p>
                      <a:pPr algn="l" fontAlgn="base">
                        <a:lnSpc>
                          <a:spcPts val="2000"/>
                        </a:lnSpc>
                        <a:spcAft>
                          <a:spcPts val="0"/>
                        </a:spcAft>
                      </a:pPr>
                      <a:endParaRPr lang="en-US" sz="3000" kern="0" dirty="0">
                        <a:effectLst/>
                        <a:latin typeface="Courier New" panose="02070309020205020404" pitchFamily="49" charset="0"/>
                        <a:ea typeface="宋体" panose="02010600030101010101" pitchFamily="2" charset="-122"/>
                        <a:cs typeface="Times New Roman" panose="02020603050405020304" pitchFamily="18" charset="0"/>
                      </a:endParaRPr>
                    </a:p>
                    <a:p>
                      <a:pPr algn="l" fontAlgn="base">
                        <a:lnSpc>
                          <a:spcPts val="2000"/>
                        </a:lnSpc>
                        <a:spcAft>
                          <a:spcPts val="0"/>
                        </a:spcAft>
                      </a:pPr>
                      <a:r>
                        <a:rPr lang="en-US" sz="3000" kern="0" dirty="0">
                          <a:effectLst/>
                          <a:latin typeface="Courier New" panose="02070309020205020404" pitchFamily="49" charset="0"/>
                          <a:ea typeface="宋体" panose="02010600030101010101" pitchFamily="2" charset="-122"/>
                          <a:cs typeface="Times New Roman" panose="02020603050405020304" pitchFamily="18" charset="0"/>
                        </a:rPr>
                        <a:t>2</a:t>
                      </a:r>
                      <a:endParaRPr lang="zh-CN" sz="3000" kern="100" dirty="0">
                        <a:effectLst/>
                        <a:latin typeface="Calibri" panose="020F0502020204030204" pitchFamily="34" charset="0"/>
                        <a:ea typeface="宋体" panose="02010600030101010101" pitchFamily="2" charset="-122"/>
                        <a:cs typeface="Times New Roman" panose="02020603050405020304" pitchFamily="18" charset="0"/>
                      </a:endParaRPr>
                    </a:p>
                    <a:p>
                      <a:pPr algn="l" fontAlgn="base">
                        <a:lnSpc>
                          <a:spcPts val="2000"/>
                        </a:lnSpc>
                        <a:spcAft>
                          <a:spcPts val="0"/>
                        </a:spcAft>
                      </a:pPr>
                      <a:endParaRPr lang="en-US" sz="3000" b="1" kern="0" dirty="0">
                        <a:effectLst/>
                        <a:latin typeface="Courier New" panose="02070309020205020404" pitchFamily="49" charset="0"/>
                        <a:ea typeface="宋体" panose="02010600030101010101" pitchFamily="2" charset="-122"/>
                        <a:cs typeface="Times New Roman" panose="02020603050405020304" pitchFamily="18" charset="0"/>
                      </a:endParaRPr>
                    </a:p>
                    <a:p>
                      <a:pPr algn="l" fontAlgn="base">
                        <a:lnSpc>
                          <a:spcPts val="2000"/>
                        </a:lnSpc>
                        <a:spcAft>
                          <a:spcPts val="0"/>
                        </a:spcAft>
                      </a:pPr>
                      <a:r>
                        <a:rPr lang="en-US" sz="3000" b="1" kern="0" dirty="0">
                          <a:effectLst/>
                          <a:latin typeface="Courier New" panose="02070309020205020404" pitchFamily="49" charset="0"/>
                          <a:ea typeface="宋体" panose="02010600030101010101" pitchFamily="2" charset="-122"/>
                          <a:cs typeface="Times New Roman" panose="02020603050405020304" pitchFamily="18" charset="0"/>
                        </a:rPr>
                        <a:t>&gt;&gt;&gt;</a:t>
                      </a:r>
                      <a:r>
                        <a:rPr lang="en-US" sz="3000" b="1" kern="0" dirty="0" err="1">
                          <a:effectLst/>
                          <a:latin typeface="Courier New" panose="02070309020205020404" pitchFamily="49" charset="0"/>
                          <a:ea typeface="宋体" panose="02010600030101010101" pitchFamily="2" charset="-122"/>
                          <a:cs typeface="Times New Roman" panose="02020603050405020304" pitchFamily="18" charset="0"/>
                        </a:rPr>
                        <a:t>eval</a:t>
                      </a:r>
                      <a:r>
                        <a:rPr lang="en-US" sz="3000" b="1" kern="0" dirty="0">
                          <a:effectLst/>
                          <a:latin typeface="Courier New" panose="02070309020205020404" pitchFamily="49" charset="0"/>
                          <a:ea typeface="宋体" panose="02010600030101010101" pitchFamily="2" charset="-122"/>
                          <a:cs typeface="Times New Roman" panose="02020603050405020304" pitchFamily="18" charset="0"/>
                        </a:rPr>
                        <a:t>("1.1 + 2.2")</a:t>
                      </a:r>
                      <a:endParaRPr lang="zh-CN" sz="3000" kern="100" dirty="0">
                        <a:effectLst/>
                        <a:latin typeface="Calibri" panose="020F0502020204030204" pitchFamily="34" charset="0"/>
                        <a:ea typeface="宋体" panose="02010600030101010101" pitchFamily="2" charset="-122"/>
                        <a:cs typeface="Times New Roman" panose="02020603050405020304" pitchFamily="18" charset="0"/>
                      </a:endParaRPr>
                    </a:p>
                    <a:p>
                      <a:pPr algn="l" fontAlgn="auto">
                        <a:lnSpc>
                          <a:spcPts val="2000"/>
                        </a:lnSpc>
                        <a:spcAft>
                          <a:spcPts val="0"/>
                        </a:spcAft>
                      </a:pPr>
                      <a:endParaRPr lang="en-US" sz="3000" kern="0" dirty="0">
                        <a:effectLst/>
                        <a:latin typeface="Courier New" panose="02070309020205020404" pitchFamily="49" charset="0"/>
                        <a:ea typeface="宋体" panose="02010600030101010101" pitchFamily="2" charset="-122"/>
                        <a:cs typeface="Times New Roman" panose="02020603050405020304" pitchFamily="18" charset="0"/>
                      </a:endParaRPr>
                    </a:p>
                    <a:p>
                      <a:pPr algn="l" fontAlgn="auto">
                        <a:lnSpc>
                          <a:spcPts val="2000"/>
                        </a:lnSpc>
                        <a:spcAft>
                          <a:spcPts val="0"/>
                        </a:spcAft>
                      </a:pPr>
                      <a:r>
                        <a:rPr lang="en-US" sz="3000" kern="0" dirty="0">
                          <a:effectLst/>
                          <a:latin typeface="Courier New" panose="02070309020205020404" pitchFamily="49" charset="0"/>
                          <a:ea typeface="宋体" panose="02010600030101010101" pitchFamily="2" charset="-122"/>
                          <a:cs typeface="Times New Roman" panose="02020603050405020304" pitchFamily="18" charset="0"/>
                        </a:rPr>
                        <a:t>3.3</a:t>
                      </a:r>
                      <a:endParaRPr lang="zh-CN" sz="3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64" marR="68564" marT="0" marB="0">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a:noFill/>
                    </a:lnB>
                    <a:pattFill prst="pct10">
                      <a:fgClr>
                        <a:srgbClr val="FFFFFF"/>
                      </a:fgClr>
                      <a:bgClr>
                        <a:srgbClr val="E5E5E5"/>
                      </a:bgClr>
                    </a:pattFill>
                  </a:tcPr>
                </a:tc>
                <a:extLst>
                  <a:ext uri="{0D108BD9-81ED-4DB2-BD59-A6C34878D82A}">
                    <a16:rowId xmlns:a16="http://schemas.microsoft.com/office/drawing/2014/main" val="10000"/>
                  </a:ext>
                </a:extLst>
              </a:tr>
              <a:tr h="144768">
                <a:tc>
                  <a:txBody>
                    <a:bodyPr/>
                    <a:lstStyle/>
                    <a:p>
                      <a:pPr algn="l" fontAlgn="base">
                        <a:lnSpc>
                          <a:spcPts val="800"/>
                        </a:lnSpc>
                        <a:spcAft>
                          <a:spcPts val="0"/>
                        </a:spcAft>
                      </a:pPr>
                      <a:r>
                        <a:rPr lang="en-US" sz="1000" b="1" kern="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sz="11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64" marR="68564" marT="0" marB="0">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a:noFill/>
                    </a:lnT>
                    <a:lnB w="12700" cap="flat" cmpd="sng" algn="ctr">
                      <a:solidFill>
                        <a:srgbClr val="00B050"/>
                      </a:solidFill>
                      <a:prstDash val="solid"/>
                      <a:round/>
                      <a:headEnd type="none" w="med" len="med"/>
                      <a:tailEnd type="none" w="med" len="med"/>
                    </a:lnB>
                    <a:pattFill prst="pct10">
                      <a:fgClr>
                        <a:srgbClr val="FFFFFF"/>
                      </a:fgClr>
                      <a:bgClr>
                        <a:srgbClr val="E5E5E5"/>
                      </a:bgClr>
                    </a:patt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20D3129C-8A2F-4867-A342-532F2AF30BB3}"/>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B80A3811-599C-49F7-96AA-90663233FC47}"/>
              </a:ext>
            </a:extLst>
          </p:cNvPr>
          <p:cNvSpPr txBox="1">
            <a:spLocks noChangeArrowheads="1"/>
          </p:cNvSpPr>
          <p:nvPr/>
        </p:nvSpPr>
        <p:spPr bwMode="auto">
          <a:xfrm>
            <a:off x="1216025" y="830263"/>
            <a:ext cx="2236788"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输出函数</a:t>
            </a:r>
          </a:p>
        </p:txBody>
      </p:sp>
      <p:sp>
        <p:nvSpPr>
          <p:cNvPr id="25603" name="TextBox 2">
            <a:extLst>
              <a:ext uri="{FF2B5EF4-FFF2-40B4-BE49-F238E27FC236}">
                <a16:creationId xmlns:a16="http://schemas.microsoft.com/office/drawing/2014/main" id="{72F101BE-8219-47EB-8FC7-034DCB61075F}"/>
              </a:ext>
            </a:extLst>
          </p:cNvPr>
          <p:cNvSpPr txBox="1">
            <a:spLocks noChangeArrowheads="1"/>
          </p:cNvSpPr>
          <p:nvPr/>
        </p:nvSpPr>
        <p:spPr bwMode="auto">
          <a:xfrm>
            <a:off x="323850" y="1974850"/>
            <a:ext cx="8501063"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a:t>
            </a:r>
            <a:r>
              <a:rPr lang="en-US" altLang="zh-CN" sz="2800">
                <a:latin typeface="微软雅黑" panose="020B0503020204020204" pitchFamily="34" charset="-122"/>
                <a:ea typeface="微软雅黑" panose="020B0503020204020204" pitchFamily="34" charset="-122"/>
              </a:rPr>
              <a:t>print()</a:t>
            </a:r>
            <a:r>
              <a:rPr lang="zh-CN" altLang="en-US" sz="2800">
                <a:latin typeface="微软雅黑" panose="020B0503020204020204" pitchFamily="34" charset="-122"/>
                <a:ea typeface="微软雅黑" panose="020B0503020204020204" pitchFamily="34" charset="-122"/>
              </a:rPr>
              <a:t>函数用来输出字符信息，或以字符形式输出变量。</a:t>
            </a:r>
          </a:p>
          <a:p>
            <a:pPr lvl="1" algn="just" eaLnBrk="1" hangingPunct="1">
              <a:lnSpc>
                <a:spcPct val="20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print()</a:t>
            </a:r>
            <a:r>
              <a:rPr lang="zh-CN" altLang="en-US" sz="2800">
                <a:latin typeface="微软雅黑" panose="020B0503020204020204" pitchFamily="34" charset="-122"/>
                <a:ea typeface="微软雅黑" panose="020B0503020204020204" pitchFamily="34" charset="-122"/>
              </a:rPr>
              <a:t>函数可以输出各种类型变量的值。</a:t>
            </a:r>
            <a:endParaRPr lang="en-US" altLang="zh-CN" sz="28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print()</a:t>
            </a:r>
            <a:r>
              <a:rPr lang="zh-CN" altLang="en-US" sz="2800">
                <a:latin typeface="微软雅黑" panose="020B0503020204020204" pitchFamily="34" charset="-122"/>
                <a:ea typeface="微软雅黑" panose="020B0503020204020204" pitchFamily="34" charset="-122"/>
              </a:rPr>
              <a:t>函数通过</a:t>
            </a:r>
            <a:r>
              <a:rPr lang="en-US" altLang="zh-CN" sz="2800">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来选择要输出的变量。</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9E9965F9-13BF-4044-90B0-F35DF5685230}"/>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000246A6-F30E-4A54-AD7C-4BCC44A7312E}"/>
              </a:ext>
            </a:extLst>
          </p:cNvPr>
          <p:cNvSpPr txBox="1">
            <a:spLocks noChangeArrowheads="1"/>
          </p:cNvSpPr>
          <p:nvPr/>
        </p:nvSpPr>
        <p:spPr bwMode="auto">
          <a:xfrm>
            <a:off x="1187450" y="765175"/>
            <a:ext cx="1211263"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实例</a:t>
            </a:r>
          </a:p>
        </p:txBody>
      </p:sp>
      <p:sp>
        <p:nvSpPr>
          <p:cNvPr id="26627" name="TextBox 2">
            <a:extLst>
              <a:ext uri="{FF2B5EF4-FFF2-40B4-BE49-F238E27FC236}">
                <a16:creationId xmlns:a16="http://schemas.microsoft.com/office/drawing/2014/main" id="{98356684-E26A-4F7B-86CE-FDCFBD1AD2FC}"/>
              </a:ext>
            </a:extLst>
          </p:cNvPr>
          <p:cNvSpPr txBox="1">
            <a:spLocks noChangeArrowheads="1"/>
          </p:cNvSpPr>
          <p:nvPr/>
        </p:nvSpPr>
        <p:spPr bwMode="auto">
          <a:xfrm>
            <a:off x="323850" y="1974850"/>
            <a:ext cx="85010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用户输入两个数字，计算它们的平均数，并输出平均数</a:t>
            </a:r>
            <a:endParaRPr lang="en-US" altLang="zh-CN" sz="28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pPr>
            <a:endParaRPr lang="en-US" altLang="zh-CN" sz="2800">
              <a:latin typeface="微软雅黑" panose="020B0503020204020204" pitchFamily="34" charset="-122"/>
              <a:ea typeface="微软雅黑" panose="020B0503020204020204" pitchFamily="34" charset="-122"/>
            </a:endParaRPr>
          </a:p>
        </p:txBody>
      </p:sp>
      <p:pic>
        <p:nvPicPr>
          <p:cNvPr id="26628" name="图片 2">
            <a:extLst>
              <a:ext uri="{FF2B5EF4-FFF2-40B4-BE49-F238E27FC236}">
                <a16:creationId xmlns:a16="http://schemas.microsoft.com/office/drawing/2014/main" id="{5BDB0180-D0A3-4E26-99A3-BD68F368C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573463"/>
            <a:ext cx="6750050"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占位符 2">
            <a:extLst>
              <a:ext uri="{FF2B5EF4-FFF2-40B4-BE49-F238E27FC236}">
                <a16:creationId xmlns:a16="http://schemas.microsoft.com/office/drawing/2014/main" id="{EDB647D9-F946-4114-A190-2851ABE66C25}"/>
              </a:ext>
            </a:extLst>
          </p:cNvPr>
          <p:cNvSpPr>
            <a:spLocks noGrp="1" noChangeArrowheads="1"/>
          </p:cNvSpPr>
          <p:nvPr>
            <p:ph type="body" idx="1"/>
          </p:nvPr>
        </p:nvSpPr>
        <p:spPr>
          <a:xfrm>
            <a:off x="827088" y="1916113"/>
            <a:ext cx="7772400" cy="1500187"/>
          </a:xfrm>
        </p:spPr>
        <p:txBody>
          <a:bodyPr/>
          <a:lstStyle/>
          <a:p>
            <a:pPr algn="ctr"/>
            <a:r>
              <a:rPr lang="zh-CN" altLang="zh-CN" sz="5400">
                <a:latin typeface="Palatino Linotype" panose="02040502050505030304" pitchFamily="18" charset="0"/>
                <a:ea typeface="黑体" panose="02010609060101010101" pitchFamily="49" charset="-122"/>
              </a:rPr>
              <a:t>数据类型</a:t>
            </a:r>
            <a:endParaRPr lang="zh-CN" altLang="en-US" sz="5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左大括号 6">
            <a:extLst>
              <a:ext uri="{FF2B5EF4-FFF2-40B4-BE49-F238E27FC236}">
                <a16:creationId xmlns:a16="http://schemas.microsoft.com/office/drawing/2014/main" id="{19608926-0932-47B5-BAF6-715D1D189BF8}"/>
              </a:ext>
            </a:extLst>
          </p:cNvPr>
          <p:cNvSpPr/>
          <p:nvPr/>
        </p:nvSpPr>
        <p:spPr>
          <a:xfrm>
            <a:off x="4098925" y="1844675"/>
            <a:ext cx="287338" cy="3240088"/>
          </a:xfrm>
          <a:prstGeom prst="leftBrace">
            <a:avLst>
              <a:gd name="adj1" fmla="val 63705"/>
              <a:gd name="adj2" fmla="val 49491"/>
            </a:avLst>
          </a:prstGeom>
          <a:ln w="19050"/>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a:p>
        </p:txBody>
      </p:sp>
      <p:sp>
        <p:nvSpPr>
          <p:cNvPr id="28674" name="矩形 7">
            <a:extLst>
              <a:ext uri="{FF2B5EF4-FFF2-40B4-BE49-F238E27FC236}">
                <a16:creationId xmlns:a16="http://schemas.microsoft.com/office/drawing/2014/main" id="{69DD845D-2091-4D8F-8ED3-2381EA85DCF5}"/>
              </a:ext>
            </a:extLst>
          </p:cNvPr>
          <p:cNvSpPr>
            <a:spLocks noChangeArrowheads="1"/>
          </p:cNvSpPr>
          <p:nvPr/>
        </p:nvSpPr>
        <p:spPr bwMode="auto">
          <a:xfrm>
            <a:off x="1692275" y="3275013"/>
            <a:ext cx="2265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t>Python</a:t>
            </a:r>
            <a:r>
              <a:rPr lang="zh-CN" altLang="en-US" b="1"/>
              <a:t>内置</a:t>
            </a:r>
            <a:r>
              <a:rPr lang="zh-CN" altLang="zh-CN" b="1"/>
              <a:t>数据类型</a:t>
            </a:r>
          </a:p>
        </p:txBody>
      </p:sp>
      <p:sp>
        <p:nvSpPr>
          <p:cNvPr id="28675" name="矩形 11">
            <a:extLst>
              <a:ext uri="{FF2B5EF4-FFF2-40B4-BE49-F238E27FC236}">
                <a16:creationId xmlns:a16="http://schemas.microsoft.com/office/drawing/2014/main" id="{308F3B70-BDBE-44A2-8847-6E124DC3F3A8}"/>
              </a:ext>
            </a:extLst>
          </p:cNvPr>
          <p:cNvSpPr>
            <a:spLocks noChangeArrowheads="1"/>
          </p:cNvSpPr>
          <p:nvPr/>
        </p:nvSpPr>
        <p:spPr bwMode="auto">
          <a:xfrm>
            <a:off x="4530725" y="174466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数值类型</a:t>
            </a:r>
          </a:p>
        </p:txBody>
      </p:sp>
      <p:sp>
        <p:nvSpPr>
          <p:cNvPr id="13" name="左大括号 12">
            <a:extLst>
              <a:ext uri="{FF2B5EF4-FFF2-40B4-BE49-F238E27FC236}">
                <a16:creationId xmlns:a16="http://schemas.microsoft.com/office/drawing/2014/main" id="{8AAA36EA-6434-4E91-924E-2A9DD40CDEC9}"/>
              </a:ext>
            </a:extLst>
          </p:cNvPr>
          <p:cNvSpPr/>
          <p:nvPr/>
        </p:nvSpPr>
        <p:spPr>
          <a:xfrm>
            <a:off x="5827713" y="1384300"/>
            <a:ext cx="215900" cy="1081088"/>
          </a:xfrm>
          <a:prstGeom prst="leftBrace">
            <a:avLst>
              <a:gd name="adj1" fmla="val 45248"/>
              <a:gd name="adj2" fmla="val 49491"/>
            </a:avLst>
          </a:prstGeom>
          <a:ln w="19050"/>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a:p>
        </p:txBody>
      </p:sp>
      <p:sp>
        <p:nvSpPr>
          <p:cNvPr id="28677" name="矩形 13">
            <a:extLst>
              <a:ext uri="{FF2B5EF4-FFF2-40B4-BE49-F238E27FC236}">
                <a16:creationId xmlns:a16="http://schemas.microsoft.com/office/drawing/2014/main" id="{B15D3F39-5CDB-46DA-8D52-1522822ACA9E}"/>
              </a:ext>
            </a:extLst>
          </p:cNvPr>
          <p:cNvSpPr>
            <a:spLocks noChangeArrowheads="1"/>
          </p:cNvSpPr>
          <p:nvPr/>
        </p:nvSpPr>
        <p:spPr bwMode="auto">
          <a:xfrm>
            <a:off x="6186488" y="1303338"/>
            <a:ext cx="1985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a:t>整数类型</a:t>
            </a:r>
            <a:r>
              <a:rPr lang="en-US" altLang="zh-CN" b="1"/>
              <a:t> (integer)</a:t>
            </a:r>
            <a:endParaRPr lang="zh-CN" altLang="en-US"/>
          </a:p>
        </p:txBody>
      </p:sp>
      <p:sp>
        <p:nvSpPr>
          <p:cNvPr id="28678" name="矩形 17">
            <a:extLst>
              <a:ext uri="{FF2B5EF4-FFF2-40B4-BE49-F238E27FC236}">
                <a16:creationId xmlns:a16="http://schemas.microsoft.com/office/drawing/2014/main" id="{7DF74A9B-89E7-4997-A003-F0F5F6B3795D}"/>
              </a:ext>
            </a:extLst>
          </p:cNvPr>
          <p:cNvSpPr>
            <a:spLocks noChangeArrowheads="1"/>
          </p:cNvSpPr>
          <p:nvPr/>
        </p:nvSpPr>
        <p:spPr bwMode="auto">
          <a:xfrm>
            <a:off x="6186488" y="1735138"/>
            <a:ext cx="14716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浮点型</a:t>
            </a:r>
            <a:r>
              <a:rPr lang="en-US" altLang="zh-CN" b="1"/>
              <a:t>(float)</a:t>
            </a:r>
          </a:p>
        </p:txBody>
      </p:sp>
      <p:sp>
        <p:nvSpPr>
          <p:cNvPr id="28679" name="矩形 18">
            <a:extLst>
              <a:ext uri="{FF2B5EF4-FFF2-40B4-BE49-F238E27FC236}">
                <a16:creationId xmlns:a16="http://schemas.microsoft.com/office/drawing/2014/main" id="{0A26448D-3C6B-4E73-8270-69609DE8260D}"/>
              </a:ext>
            </a:extLst>
          </p:cNvPr>
          <p:cNvSpPr>
            <a:spLocks noChangeArrowheads="1"/>
          </p:cNvSpPr>
          <p:nvPr/>
        </p:nvSpPr>
        <p:spPr bwMode="auto">
          <a:xfrm>
            <a:off x="6176963" y="2166938"/>
            <a:ext cx="1635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a:t>复数</a:t>
            </a:r>
            <a:r>
              <a:rPr lang="en-US" altLang="zh-CN" b="1"/>
              <a:t>(complex )</a:t>
            </a:r>
            <a:endParaRPr lang="zh-CN" altLang="en-US" b="1"/>
          </a:p>
        </p:txBody>
      </p:sp>
      <p:sp>
        <p:nvSpPr>
          <p:cNvPr id="28680" name="矩形 20">
            <a:extLst>
              <a:ext uri="{FF2B5EF4-FFF2-40B4-BE49-F238E27FC236}">
                <a16:creationId xmlns:a16="http://schemas.microsoft.com/office/drawing/2014/main" id="{E54D79FD-248F-4B83-8643-C4555D6B6BDF}"/>
              </a:ext>
            </a:extLst>
          </p:cNvPr>
          <p:cNvSpPr>
            <a:spLocks noChangeArrowheads="1"/>
          </p:cNvSpPr>
          <p:nvPr/>
        </p:nvSpPr>
        <p:spPr bwMode="auto">
          <a:xfrm>
            <a:off x="4518025" y="2681288"/>
            <a:ext cx="1452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布尔型</a:t>
            </a:r>
            <a:r>
              <a:rPr lang="en-US" altLang="zh-CN" b="1"/>
              <a:t>(bool)</a:t>
            </a:r>
          </a:p>
        </p:txBody>
      </p:sp>
      <p:sp>
        <p:nvSpPr>
          <p:cNvPr id="28681" name="矩形 22">
            <a:extLst>
              <a:ext uri="{FF2B5EF4-FFF2-40B4-BE49-F238E27FC236}">
                <a16:creationId xmlns:a16="http://schemas.microsoft.com/office/drawing/2014/main" id="{B1D9282E-1305-421D-ACBE-9855C0205BD4}"/>
              </a:ext>
            </a:extLst>
          </p:cNvPr>
          <p:cNvSpPr>
            <a:spLocks noChangeArrowheads="1"/>
          </p:cNvSpPr>
          <p:nvPr/>
        </p:nvSpPr>
        <p:spPr bwMode="auto">
          <a:xfrm>
            <a:off x="5827713" y="3238500"/>
            <a:ext cx="2327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字符串类型（</a:t>
            </a:r>
            <a:r>
              <a:rPr lang="en-US" altLang="zh-CN" b="1"/>
              <a:t>string</a:t>
            </a:r>
            <a:r>
              <a:rPr lang="zh-CN" altLang="en-US" b="1"/>
              <a:t>）</a:t>
            </a:r>
          </a:p>
        </p:txBody>
      </p:sp>
      <p:sp>
        <p:nvSpPr>
          <p:cNvPr id="28682" name="矩形 23">
            <a:extLst>
              <a:ext uri="{FF2B5EF4-FFF2-40B4-BE49-F238E27FC236}">
                <a16:creationId xmlns:a16="http://schemas.microsoft.com/office/drawing/2014/main" id="{DFCFF10C-B753-46A8-BA92-2BF1AE7A67EE}"/>
              </a:ext>
            </a:extLst>
          </p:cNvPr>
          <p:cNvSpPr>
            <a:spLocks noChangeArrowheads="1"/>
          </p:cNvSpPr>
          <p:nvPr/>
        </p:nvSpPr>
        <p:spPr bwMode="auto">
          <a:xfrm>
            <a:off x="4530725" y="3733800"/>
            <a:ext cx="649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序列</a:t>
            </a:r>
          </a:p>
        </p:txBody>
      </p:sp>
      <p:sp>
        <p:nvSpPr>
          <p:cNvPr id="25" name="左大括号 24">
            <a:extLst>
              <a:ext uri="{FF2B5EF4-FFF2-40B4-BE49-F238E27FC236}">
                <a16:creationId xmlns:a16="http://schemas.microsoft.com/office/drawing/2014/main" id="{D9ABF30F-07C1-4585-A532-82AD2F93F1E9}"/>
              </a:ext>
            </a:extLst>
          </p:cNvPr>
          <p:cNvSpPr/>
          <p:nvPr/>
        </p:nvSpPr>
        <p:spPr>
          <a:xfrm>
            <a:off x="5394325" y="3382963"/>
            <a:ext cx="215900" cy="1008062"/>
          </a:xfrm>
          <a:prstGeom prst="leftBrace">
            <a:avLst>
              <a:gd name="adj1" fmla="val 45248"/>
              <a:gd name="adj2" fmla="val 49491"/>
            </a:avLst>
          </a:prstGeom>
          <a:ln w="19050"/>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a:p>
        </p:txBody>
      </p:sp>
      <p:sp>
        <p:nvSpPr>
          <p:cNvPr id="28684" name="矩形 25">
            <a:extLst>
              <a:ext uri="{FF2B5EF4-FFF2-40B4-BE49-F238E27FC236}">
                <a16:creationId xmlns:a16="http://schemas.microsoft.com/office/drawing/2014/main" id="{09013FC2-E9B9-48D2-AE30-F261422E84BF}"/>
              </a:ext>
            </a:extLst>
          </p:cNvPr>
          <p:cNvSpPr>
            <a:spLocks noChangeArrowheads="1"/>
          </p:cNvSpPr>
          <p:nvPr/>
        </p:nvSpPr>
        <p:spPr bwMode="auto">
          <a:xfrm>
            <a:off x="5827713" y="3670300"/>
            <a:ext cx="1074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列表</a:t>
            </a:r>
            <a:r>
              <a:rPr lang="en-US" altLang="zh-CN" b="1"/>
              <a:t>(list)</a:t>
            </a:r>
            <a:endParaRPr lang="zh-CN" altLang="en-US" b="1"/>
          </a:p>
        </p:txBody>
      </p:sp>
      <p:sp>
        <p:nvSpPr>
          <p:cNvPr id="28685" name="矩形 26">
            <a:extLst>
              <a:ext uri="{FF2B5EF4-FFF2-40B4-BE49-F238E27FC236}">
                <a16:creationId xmlns:a16="http://schemas.microsoft.com/office/drawing/2014/main" id="{38543D47-096A-4F2F-ADA8-F4ACC8644E87}"/>
              </a:ext>
            </a:extLst>
          </p:cNvPr>
          <p:cNvSpPr>
            <a:spLocks noChangeArrowheads="1"/>
          </p:cNvSpPr>
          <p:nvPr/>
        </p:nvSpPr>
        <p:spPr bwMode="auto">
          <a:xfrm>
            <a:off x="5827713" y="4111625"/>
            <a:ext cx="1292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元组</a:t>
            </a:r>
            <a:r>
              <a:rPr lang="en-US" altLang="zh-CN" b="1"/>
              <a:t>(tuple)</a:t>
            </a:r>
            <a:endParaRPr lang="zh-CN" altLang="en-US" b="1"/>
          </a:p>
        </p:txBody>
      </p:sp>
      <p:sp>
        <p:nvSpPr>
          <p:cNvPr id="28686" name="矩形 27">
            <a:extLst>
              <a:ext uri="{FF2B5EF4-FFF2-40B4-BE49-F238E27FC236}">
                <a16:creationId xmlns:a16="http://schemas.microsoft.com/office/drawing/2014/main" id="{69659C58-77A6-43F4-8A59-BC03E632F5D2}"/>
              </a:ext>
            </a:extLst>
          </p:cNvPr>
          <p:cNvSpPr>
            <a:spLocks noChangeArrowheads="1"/>
          </p:cNvSpPr>
          <p:nvPr/>
        </p:nvSpPr>
        <p:spPr bwMode="auto">
          <a:xfrm>
            <a:off x="4530725" y="4716463"/>
            <a:ext cx="6492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映射</a:t>
            </a:r>
          </a:p>
        </p:txBody>
      </p:sp>
      <p:sp>
        <p:nvSpPr>
          <p:cNvPr id="28687" name="矩形 28">
            <a:extLst>
              <a:ext uri="{FF2B5EF4-FFF2-40B4-BE49-F238E27FC236}">
                <a16:creationId xmlns:a16="http://schemas.microsoft.com/office/drawing/2014/main" id="{90984A57-E891-4ECD-985C-46FB79177365}"/>
              </a:ext>
            </a:extLst>
          </p:cNvPr>
          <p:cNvSpPr>
            <a:spLocks noChangeArrowheads="1"/>
          </p:cNvSpPr>
          <p:nvPr/>
        </p:nvSpPr>
        <p:spPr bwMode="auto">
          <a:xfrm>
            <a:off x="5827713" y="4697413"/>
            <a:ext cx="17573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字典</a:t>
            </a:r>
            <a:r>
              <a:rPr lang="en-US" altLang="zh-CN" b="1"/>
              <a:t>(dictionary)</a:t>
            </a:r>
            <a:endParaRPr lang="zh-CN" altLang="en-US" b="1"/>
          </a:p>
        </p:txBody>
      </p:sp>
      <p:sp>
        <p:nvSpPr>
          <p:cNvPr id="28688" name="矩形 29">
            <a:extLst>
              <a:ext uri="{FF2B5EF4-FFF2-40B4-BE49-F238E27FC236}">
                <a16:creationId xmlns:a16="http://schemas.microsoft.com/office/drawing/2014/main" id="{D35F4243-0312-42F2-BBA0-6EF6E8C42E59}"/>
              </a:ext>
            </a:extLst>
          </p:cNvPr>
          <p:cNvSpPr>
            <a:spLocks noChangeArrowheads="1"/>
          </p:cNvSpPr>
          <p:nvPr/>
        </p:nvSpPr>
        <p:spPr bwMode="auto">
          <a:xfrm>
            <a:off x="5178425" y="4706938"/>
            <a:ext cx="6016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t>——</a:t>
            </a:r>
            <a:endParaRPr lang="zh-CN" altLang="en-US" b="1"/>
          </a:p>
        </p:txBody>
      </p:sp>
      <p:sp>
        <p:nvSpPr>
          <p:cNvPr id="28689" name="标题 1">
            <a:extLst>
              <a:ext uri="{FF2B5EF4-FFF2-40B4-BE49-F238E27FC236}">
                <a16:creationId xmlns:a16="http://schemas.microsoft.com/office/drawing/2014/main" id="{E555D37F-7CE9-4013-ACE1-A76FBCCD49A4}"/>
              </a:ext>
            </a:extLst>
          </p:cNvPr>
          <p:cNvSpPr>
            <a:spLocks noGrp="1" noChangeArrowheads="1"/>
          </p:cNvSpPr>
          <p:nvPr>
            <p:ph type="title"/>
          </p:nvPr>
        </p:nvSpPr>
        <p:spPr>
          <a:xfrm>
            <a:off x="403225" y="303213"/>
            <a:ext cx="8229600" cy="638175"/>
          </a:xfrm>
        </p:spPr>
        <p:txBody>
          <a:bodyPr>
            <a:prstTxWarp prst="textNoShape">
              <a:avLst/>
            </a:prstTxWarp>
          </a:bodyPr>
          <a:lstStyle/>
          <a:p>
            <a:pPr algn="ctr"/>
            <a:r>
              <a:rPr lang="zh-CN" altLang="en-US" sz="3200">
                <a:effectLst/>
              </a:rPr>
              <a:t>数据类型结构图</a:t>
            </a:r>
          </a:p>
        </p:txBody>
      </p:sp>
      <p:sp>
        <p:nvSpPr>
          <p:cNvPr id="28690" name="矩形 35">
            <a:extLst>
              <a:ext uri="{FF2B5EF4-FFF2-40B4-BE49-F238E27FC236}">
                <a16:creationId xmlns:a16="http://schemas.microsoft.com/office/drawing/2014/main" id="{FE81F00C-7399-45F7-8565-87C9EB1BE797}"/>
              </a:ext>
            </a:extLst>
          </p:cNvPr>
          <p:cNvSpPr>
            <a:spLocks noChangeArrowheads="1"/>
          </p:cNvSpPr>
          <p:nvPr/>
        </p:nvSpPr>
        <p:spPr bwMode="auto">
          <a:xfrm>
            <a:off x="1763713" y="5661025"/>
            <a:ext cx="1347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自定义类型</a:t>
            </a:r>
          </a:p>
        </p:txBody>
      </p:sp>
      <p:sp>
        <p:nvSpPr>
          <p:cNvPr id="28691" name="矩形 36">
            <a:extLst>
              <a:ext uri="{FF2B5EF4-FFF2-40B4-BE49-F238E27FC236}">
                <a16:creationId xmlns:a16="http://schemas.microsoft.com/office/drawing/2014/main" id="{5652FE4C-2E49-4EAD-B307-54605BDA9432}"/>
              </a:ext>
            </a:extLst>
          </p:cNvPr>
          <p:cNvSpPr>
            <a:spLocks noChangeArrowheads="1"/>
          </p:cNvSpPr>
          <p:nvPr/>
        </p:nvSpPr>
        <p:spPr bwMode="auto">
          <a:xfrm>
            <a:off x="4140200" y="5661025"/>
            <a:ext cx="1009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类</a:t>
            </a:r>
            <a:r>
              <a:rPr lang="en-US" altLang="zh-CN" b="1"/>
              <a:t>(class)</a:t>
            </a:r>
            <a:endParaRPr lang="zh-CN" altLang="en-US" b="1"/>
          </a:p>
        </p:txBody>
      </p:sp>
      <p:sp>
        <p:nvSpPr>
          <p:cNvPr id="28692" name="矩形 37">
            <a:extLst>
              <a:ext uri="{FF2B5EF4-FFF2-40B4-BE49-F238E27FC236}">
                <a16:creationId xmlns:a16="http://schemas.microsoft.com/office/drawing/2014/main" id="{8CCA507C-22D2-447E-9E3D-8F837ECA3AD5}"/>
              </a:ext>
            </a:extLst>
          </p:cNvPr>
          <p:cNvSpPr>
            <a:spLocks noChangeArrowheads="1"/>
          </p:cNvSpPr>
          <p:nvPr/>
        </p:nvSpPr>
        <p:spPr bwMode="auto">
          <a:xfrm>
            <a:off x="3348038" y="5661025"/>
            <a:ext cx="601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t>——</a:t>
            </a:r>
            <a:endParaRPr lang="zh-CN" altLang="en-US" b="1"/>
          </a:p>
        </p:txBody>
      </p:sp>
      <p:sp>
        <p:nvSpPr>
          <p:cNvPr id="39" name="左大括号 38">
            <a:extLst>
              <a:ext uri="{FF2B5EF4-FFF2-40B4-BE49-F238E27FC236}">
                <a16:creationId xmlns:a16="http://schemas.microsoft.com/office/drawing/2014/main" id="{4F91B663-A970-4553-8657-756A184A2C54}"/>
              </a:ext>
            </a:extLst>
          </p:cNvPr>
          <p:cNvSpPr/>
          <p:nvPr/>
        </p:nvSpPr>
        <p:spPr>
          <a:xfrm>
            <a:off x="1476375" y="3429000"/>
            <a:ext cx="287338" cy="2447925"/>
          </a:xfrm>
          <a:prstGeom prst="leftBrace">
            <a:avLst>
              <a:gd name="adj1" fmla="val 63705"/>
              <a:gd name="adj2" fmla="val 49491"/>
            </a:avLst>
          </a:prstGeom>
          <a:ln w="19050"/>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a:p>
        </p:txBody>
      </p:sp>
      <p:sp>
        <p:nvSpPr>
          <p:cNvPr id="28694" name="矩形 39">
            <a:extLst>
              <a:ext uri="{FF2B5EF4-FFF2-40B4-BE49-F238E27FC236}">
                <a16:creationId xmlns:a16="http://schemas.microsoft.com/office/drawing/2014/main" id="{8B60E4B3-0FF6-4E02-8917-7341703FD445}"/>
              </a:ext>
            </a:extLst>
          </p:cNvPr>
          <p:cNvSpPr>
            <a:spLocks noChangeArrowheads="1"/>
          </p:cNvSpPr>
          <p:nvPr/>
        </p:nvSpPr>
        <p:spPr bwMode="auto">
          <a:xfrm>
            <a:off x="250825" y="4437063"/>
            <a:ext cx="1114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b="1"/>
              <a:t>数据类型</a:t>
            </a:r>
            <a:endParaRPr lang="zh-CN" altLang="en-US"/>
          </a:p>
        </p:txBody>
      </p:sp>
      <p:sp>
        <p:nvSpPr>
          <p:cNvPr id="31" name="标题 1">
            <a:extLst>
              <a:ext uri="{FF2B5EF4-FFF2-40B4-BE49-F238E27FC236}">
                <a16:creationId xmlns:a16="http://schemas.microsoft.com/office/drawing/2014/main" id="{D8510D1D-B5FF-4AE2-AB04-B7914FC0D051}"/>
              </a:ext>
            </a:extLst>
          </p:cNvPr>
          <p:cNvSpPr txBox="1"/>
          <p:nvPr/>
        </p:nvSpPr>
        <p:spPr bwMode="auto">
          <a:xfrm>
            <a:off x="265113" y="188913"/>
            <a:ext cx="8242300" cy="723900"/>
          </a:xfrm>
          <a:prstGeom prst="rect">
            <a:avLst/>
          </a:prstGeom>
          <a:noFill/>
          <a:ln w="9525">
            <a:noFill/>
            <a:miter lim="800000"/>
          </a:ln>
        </p:spPr>
        <p:txBody>
          <a:bodyPr anchor="b"/>
          <a:lstStyle>
            <a:lvl1pPr algn="l"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a:lstStyle>
          <a:p>
            <a:pPr algn="ctr">
              <a:defRPr/>
            </a:pPr>
            <a:r>
              <a:rPr lang="zh-CN" altLang="zh-CN" kern="0" dirty="0">
                <a:latin typeface="Palatino Linotype" panose="02040502050505030304" pitchFamily="18" charset="0"/>
                <a:ea typeface="黑体" panose="02010609060101010101" pitchFamily="49" charset="-122"/>
              </a:rPr>
              <a:t> </a:t>
            </a:r>
            <a:endParaRPr lang="zh-CN" altLang="en-US" kern="0" dirty="0"/>
          </a:p>
        </p:txBody>
      </p:sp>
      <p:sp>
        <p:nvSpPr>
          <p:cNvPr id="28696" name="矩形 27">
            <a:extLst>
              <a:ext uri="{FF2B5EF4-FFF2-40B4-BE49-F238E27FC236}">
                <a16:creationId xmlns:a16="http://schemas.microsoft.com/office/drawing/2014/main" id="{340D2AEB-8EDA-48B8-9B5B-0DBCC623C039}"/>
              </a:ext>
            </a:extLst>
          </p:cNvPr>
          <p:cNvSpPr>
            <a:spLocks noChangeArrowheads="1"/>
          </p:cNvSpPr>
          <p:nvPr/>
        </p:nvSpPr>
        <p:spPr bwMode="auto">
          <a:xfrm>
            <a:off x="4552950" y="5207000"/>
            <a:ext cx="649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t>集合</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C9CFC0-93FD-4037-B7EE-68579EDE5FA2}"/>
              </a:ext>
            </a:extLst>
          </p:cNvPr>
          <p:cNvSpPr>
            <a:spLocks noGrp="1"/>
          </p:cNvSpPr>
          <p:nvPr>
            <p:ph type="title"/>
          </p:nvPr>
        </p:nvSpPr>
        <p:spPr>
          <a:xfrm>
            <a:off x="395288" y="260350"/>
            <a:ext cx="8243887" cy="796925"/>
          </a:xfrm>
        </p:spPr>
        <p:txBody>
          <a:bodyPr/>
          <a:lstStyle/>
          <a:p>
            <a:pPr>
              <a:defRPr/>
            </a:pPr>
            <a:r>
              <a:rPr lang="zh-CN" altLang="en-US" dirty="0"/>
              <a:t>整数类型</a:t>
            </a:r>
          </a:p>
        </p:txBody>
      </p:sp>
      <p:sp>
        <p:nvSpPr>
          <p:cNvPr id="29698" name="内容占位符 5">
            <a:extLst>
              <a:ext uri="{FF2B5EF4-FFF2-40B4-BE49-F238E27FC236}">
                <a16:creationId xmlns:a16="http://schemas.microsoft.com/office/drawing/2014/main" id="{BF25DE10-E515-4E58-9B4B-7F4883257A94}"/>
              </a:ext>
            </a:extLst>
          </p:cNvPr>
          <p:cNvSpPr>
            <a:spLocks noGrp="1" noChangeArrowheads="1"/>
          </p:cNvSpPr>
          <p:nvPr>
            <p:ph idx="1"/>
          </p:nvPr>
        </p:nvSpPr>
        <p:spPr>
          <a:xfrm>
            <a:off x="539750" y="1700213"/>
            <a:ext cx="8229600" cy="4392612"/>
          </a:xfrm>
        </p:spPr>
        <p:txBody>
          <a:bodyPr/>
          <a:lstStyle/>
          <a:p>
            <a:pPr indent="719138">
              <a:lnSpc>
                <a:spcPct val="150000"/>
              </a:lnSpc>
              <a:spcBef>
                <a:spcPct val="0"/>
              </a:spcBef>
              <a:buFontTx/>
              <a:buNone/>
            </a:pPr>
            <a:r>
              <a:rPr lang="zh-CN" altLang="zh-CN" sz="2800"/>
              <a:t>如</a:t>
            </a:r>
            <a:r>
              <a:rPr lang="en-US" altLang="zh-CN" sz="2800"/>
              <a:t>1</a:t>
            </a:r>
            <a:r>
              <a:rPr lang="zh-CN" altLang="zh-CN" sz="2800"/>
              <a:t>，</a:t>
            </a:r>
            <a:r>
              <a:rPr lang="en-US" altLang="zh-CN" sz="2800"/>
              <a:t>2</a:t>
            </a:r>
            <a:r>
              <a:rPr lang="zh-CN" altLang="zh-CN" sz="2800"/>
              <a:t>，</a:t>
            </a:r>
            <a:r>
              <a:rPr lang="en-US" altLang="zh-CN" sz="2800"/>
              <a:t>-3</a:t>
            </a:r>
            <a:r>
              <a:rPr lang="zh-CN" altLang="zh-CN" sz="2800"/>
              <a:t>，</a:t>
            </a:r>
            <a:r>
              <a:rPr lang="en-US" altLang="zh-CN" sz="2800"/>
              <a:t>100</a:t>
            </a:r>
            <a:r>
              <a:rPr lang="zh-CN" altLang="zh-CN" sz="2800"/>
              <a:t>，</a:t>
            </a:r>
            <a:r>
              <a:rPr lang="en-US" altLang="zh-CN" sz="2800"/>
              <a:t>9999</a:t>
            </a:r>
            <a:r>
              <a:rPr lang="zh-CN" altLang="zh-CN" sz="2800"/>
              <a:t>均为整数，在</a:t>
            </a:r>
            <a:r>
              <a:rPr lang="en-US" altLang="zh-CN" sz="2800"/>
              <a:t>Python 3.0</a:t>
            </a:r>
            <a:r>
              <a:rPr lang="zh-CN" altLang="zh-CN" sz="2800"/>
              <a:t>之后的版本中，整数类型的数值集合包括了</a:t>
            </a:r>
            <a:r>
              <a:rPr lang="zh-CN" altLang="zh-CN" sz="2800" b="1">
                <a:solidFill>
                  <a:srgbClr val="C00000"/>
                </a:solidFill>
              </a:rPr>
              <a:t>所有的整数</a:t>
            </a:r>
            <a:r>
              <a:rPr lang="zh-CN" altLang="zh-CN" sz="2800"/>
              <a:t>，并不会对整数的范围进行约束。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CCA7865D-2708-402B-8C0C-D24BEB5D119B}"/>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19578EE6-090C-4541-B925-11CAC00A0082}"/>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浮点数类型</a:t>
            </a:r>
          </a:p>
        </p:txBody>
      </p:sp>
      <p:sp>
        <p:nvSpPr>
          <p:cNvPr id="30723" name="TextBox 2">
            <a:extLst>
              <a:ext uri="{FF2B5EF4-FFF2-40B4-BE49-F238E27FC236}">
                <a16:creationId xmlns:a16="http://schemas.microsoft.com/office/drawing/2014/main" id="{D3350CBE-1218-4C6D-9A8E-DCA31F2CD4C0}"/>
              </a:ext>
            </a:extLst>
          </p:cNvPr>
          <p:cNvSpPr txBox="1">
            <a:spLocks noChangeArrowheads="1"/>
          </p:cNvSpPr>
          <p:nvPr/>
        </p:nvSpPr>
        <p:spPr bwMode="auto">
          <a:xfrm>
            <a:off x="686920" y="1473200"/>
            <a:ext cx="7526337"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indent="457200"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200000"/>
              </a:lnSpc>
              <a:buClr>
                <a:srgbClr val="0066FF"/>
              </a:buClr>
              <a:buFont typeface="Wingdings" panose="05000000000000000000" pitchFamily="2" charset="2"/>
              <a:buChar char="n"/>
            </a:pPr>
            <a:r>
              <a:rPr lang="zh-CN" altLang="en-US" sz="2800" dirty="0">
                <a:latin typeface="微软雅黑" panose="020B0503020204020204" pitchFamily="34" charset="-122"/>
                <a:ea typeface="微软雅黑" panose="020B0503020204020204" pitchFamily="34" charset="-122"/>
              </a:rPr>
              <a:t>带有小数点及小数的数字。 </a:t>
            </a:r>
            <a:endParaRPr lang="en-US" altLang="zh-CN" sz="2800" dirty="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buFont typeface="Wingdings" panose="05000000000000000000" pitchFamily="2" charset="2"/>
              <a:buChar char="n"/>
            </a:pPr>
            <a:r>
              <a:rPr lang="en-US" altLang="zh-CN" sz="2800" dirty="0">
                <a:latin typeface="微软雅黑" panose="020B0503020204020204" pitchFamily="34" charset="-122"/>
                <a:ea typeface="微软雅黑" panose="020B0503020204020204" pitchFamily="34" charset="-122"/>
              </a:rPr>
              <a:t>Python</a:t>
            </a:r>
            <a:r>
              <a:rPr lang="zh-CN" altLang="en-US" sz="2800" dirty="0">
                <a:latin typeface="微软雅黑" panose="020B0503020204020204" pitchFamily="34" charset="-122"/>
                <a:ea typeface="微软雅黑" panose="020B0503020204020204" pitchFamily="34" charset="-122"/>
              </a:rPr>
              <a:t>语言中浮点数的数值范围存在限制，小数精度也存在限制。这种限制与在不同计算机系统有关。</a:t>
            </a:r>
            <a:endParaRPr lang="en-US" altLang="zh-CN" sz="2800" dirty="0">
              <a:latin typeface="微软雅黑" panose="020B0503020204020204" pitchFamily="34" charset="-122"/>
              <a:ea typeface="微软雅黑" panose="020B0503020204020204" pitchFamily="34" charset="-122"/>
            </a:endParaRPr>
          </a:p>
        </p:txBody>
      </p:sp>
      <p:sp>
        <p:nvSpPr>
          <p:cNvPr id="5" name="内容占位符 5">
            <a:extLst>
              <a:ext uri="{FF2B5EF4-FFF2-40B4-BE49-F238E27FC236}">
                <a16:creationId xmlns:a16="http://schemas.microsoft.com/office/drawing/2014/main" id="{75B8774F-3CA9-497F-B6EB-82B0E0A87D9C}"/>
              </a:ext>
            </a:extLst>
          </p:cNvPr>
          <p:cNvSpPr txBox="1">
            <a:spLocks noChangeArrowheads="1"/>
          </p:cNvSpPr>
          <p:nvPr/>
        </p:nvSpPr>
        <p:spPr>
          <a:xfrm>
            <a:off x="215516" y="5013325"/>
            <a:ext cx="8712968" cy="989169"/>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indent="719138">
              <a:lnSpc>
                <a:spcPct val="200000"/>
              </a:lnSpc>
              <a:spcBef>
                <a:spcPct val="0"/>
              </a:spcBef>
              <a:buFontTx/>
              <a:buNone/>
            </a:pPr>
            <a:r>
              <a:rPr lang="zh-CN" altLang="zh-CN" sz="2400" kern="0" dirty="0"/>
              <a:t>如</a:t>
            </a:r>
            <a:r>
              <a:rPr lang="en-US" altLang="zh-CN" sz="2400" kern="0" dirty="0"/>
              <a:t>5.0</a:t>
            </a:r>
            <a:r>
              <a:rPr lang="zh-CN" altLang="zh-CN" sz="2400" kern="0" dirty="0"/>
              <a:t>，</a:t>
            </a:r>
            <a:r>
              <a:rPr lang="en-US" altLang="zh-CN" sz="2400" kern="0" dirty="0"/>
              <a:t>1.6</a:t>
            </a:r>
            <a:r>
              <a:rPr lang="zh-CN" altLang="zh-CN" sz="2400" kern="0" dirty="0"/>
              <a:t>，</a:t>
            </a:r>
            <a:r>
              <a:rPr lang="en-US" altLang="zh-CN" sz="2400" kern="0" dirty="0"/>
              <a:t>200.985</a:t>
            </a:r>
            <a:r>
              <a:rPr lang="zh-CN" altLang="zh-CN" sz="2400" kern="0" dirty="0"/>
              <a:t>等有小数部分的数值为浮点型。</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AA5C9B01-B31C-4A90-998A-786364ACBAD5}"/>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A97E54F4-CEB6-4CF0-8F37-ABB6A2123E42}"/>
              </a:ext>
            </a:extLst>
          </p:cNvPr>
          <p:cNvSpPr txBox="1">
            <a:spLocks noChangeArrowheads="1"/>
          </p:cNvSpPr>
          <p:nvPr/>
        </p:nvSpPr>
        <p:spPr bwMode="auto">
          <a:xfrm>
            <a:off x="1187450" y="765175"/>
            <a:ext cx="2236788"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复数类型</a:t>
            </a:r>
          </a:p>
        </p:txBody>
      </p:sp>
      <p:sp>
        <p:nvSpPr>
          <p:cNvPr id="32771" name="TextBox 2">
            <a:extLst>
              <a:ext uri="{FF2B5EF4-FFF2-40B4-BE49-F238E27FC236}">
                <a16:creationId xmlns:a16="http://schemas.microsoft.com/office/drawing/2014/main" id="{0F3F9557-2CBA-4CCD-A53A-AE386A07C99D}"/>
              </a:ext>
            </a:extLst>
          </p:cNvPr>
          <p:cNvSpPr txBox="1">
            <a:spLocks noChangeArrowheads="1"/>
          </p:cNvSpPr>
          <p:nvPr/>
        </p:nvSpPr>
        <p:spPr bwMode="auto">
          <a:xfrm>
            <a:off x="428625" y="1841500"/>
            <a:ext cx="8462963"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indent="457200"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与数学中的复数概念一致</a:t>
            </a:r>
            <a:r>
              <a:rPr lang="en-US" altLang="zh-CN" sz="2800">
                <a:latin typeface="微软雅黑" panose="020B0503020204020204" pitchFamily="34" charset="-122"/>
                <a:ea typeface="微软雅黑" panose="020B0503020204020204" pitchFamily="34" charset="-122"/>
              </a:rPr>
              <a:t>, z = a + b</a:t>
            </a:r>
            <a:r>
              <a:rPr lang="en-US" altLang="zh-CN" sz="2800">
                <a:solidFill>
                  <a:srgbClr val="C00000"/>
                </a:solidFill>
                <a:latin typeface="微软雅黑" panose="020B0503020204020204" pitchFamily="34" charset="-122"/>
                <a:ea typeface="微软雅黑" panose="020B0503020204020204" pitchFamily="34" charset="-122"/>
              </a:rPr>
              <a:t>j</a:t>
            </a:r>
            <a:r>
              <a:rPr lang="zh-CN" altLang="en-US" sz="2800">
                <a:latin typeface="微软雅黑" panose="020B0503020204020204" pitchFamily="34" charset="-122"/>
                <a:ea typeface="微软雅黑" panose="020B0503020204020204" pitchFamily="34" charset="-122"/>
              </a:rPr>
              <a:t>，</a:t>
            </a:r>
            <a:r>
              <a:rPr lang="en-US" altLang="zh-CN" sz="2800">
                <a:latin typeface="微软雅黑" panose="020B0503020204020204" pitchFamily="34" charset="-122"/>
                <a:ea typeface="微软雅黑" panose="020B0503020204020204" pitchFamily="34" charset="-122"/>
              </a:rPr>
              <a:t> a</a:t>
            </a:r>
            <a:r>
              <a:rPr lang="zh-CN" altLang="en-US" sz="2800">
                <a:latin typeface="微软雅黑" panose="020B0503020204020204" pitchFamily="34" charset="-122"/>
                <a:ea typeface="微软雅黑" panose="020B0503020204020204" pitchFamily="34" charset="-122"/>
              </a:rPr>
              <a:t>是实数部分，</a:t>
            </a:r>
            <a:r>
              <a:rPr lang="en-US" altLang="zh-CN" sz="2800">
                <a:latin typeface="微软雅黑" panose="020B0503020204020204" pitchFamily="34" charset="-122"/>
                <a:ea typeface="微软雅黑" panose="020B0503020204020204" pitchFamily="34" charset="-122"/>
              </a:rPr>
              <a:t>b</a:t>
            </a:r>
            <a:r>
              <a:rPr lang="zh-CN" altLang="en-US" sz="2800">
                <a:latin typeface="微软雅黑" panose="020B0503020204020204" pitchFamily="34" charset="-122"/>
                <a:ea typeface="微软雅黑" panose="020B0503020204020204" pitchFamily="34" charset="-122"/>
              </a:rPr>
              <a:t>是虚数部分，</a:t>
            </a:r>
            <a:r>
              <a:rPr lang="en-US" altLang="zh-CN" sz="2800">
                <a:latin typeface="微软雅黑" panose="020B0503020204020204" pitchFamily="34" charset="-122"/>
                <a:ea typeface="微软雅黑" panose="020B0503020204020204" pitchFamily="34" charset="-122"/>
              </a:rPr>
              <a:t>a</a:t>
            </a:r>
            <a:r>
              <a:rPr lang="zh-CN" altLang="en-US" sz="2800">
                <a:latin typeface="微软雅黑" panose="020B0503020204020204" pitchFamily="34" charset="-122"/>
                <a:ea typeface="微软雅黑" panose="020B0503020204020204" pitchFamily="34" charset="-122"/>
              </a:rPr>
              <a:t>和</a:t>
            </a:r>
            <a:r>
              <a:rPr lang="en-US" altLang="zh-CN" sz="2800">
                <a:latin typeface="微软雅黑" panose="020B0503020204020204" pitchFamily="34" charset="-122"/>
                <a:ea typeface="微软雅黑" panose="020B0503020204020204" pitchFamily="34" charset="-122"/>
              </a:rPr>
              <a:t>b</a:t>
            </a:r>
            <a:r>
              <a:rPr lang="zh-CN" altLang="en-US" sz="2800">
                <a:latin typeface="微软雅黑" panose="020B0503020204020204" pitchFamily="34" charset="-122"/>
                <a:ea typeface="微软雅黑" panose="020B0503020204020204" pitchFamily="34" charset="-122"/>
              </a:rPr>
              <a:t>都是浮点类型，虚数部分用</a:t>
            </a:r>
            <a:r>
              <a:rPr lang="en-US" altLang="zh-CN" sz="2800">
                <a:latin typeface="微软雅黑" panose="020B0503020204020204" pitchFamily="34" charset="-122"/>
                <a:ea typeface="微软雅黑" panose="020B0503020204020204" pitchFamily="34" charset="-122"/>
              </a:rPr>
              <a:t>j</a:t>
            </a:r>
            <a:r>
              <a:rPr lang="zh-CN" altLang="en-US" sz="2800">
                <a:latin typeface="微软雅黑" panose="020B0503020204020204" pitchFamily="34" charset="-122"/>
                <a:ea typeface="微软雅黑" panose="020B0503020204020204" pitchFamily="34" charset="-122"/>
              </a:rPr>
              <a:t>或者</a:t>
            </a:r>
            <a:r>
              <a:rPr lang="en-US" altLang="zh-CN" sz="2800">
                <a:latin typeface="微软雅黑" panose="020B0503020204020204" pitchFamily="34" charset="-122"/>
                <a:ea typeface="微软雅黑" panose="020B0503020204020204" pitchFamily="34" charset="-122"/>
              </a:rPr>
              <a:t>J</a:t>
            </a:r>
            <a:r>
              <a:rPr lang="zh-CN" altLang="en-US" sz="2800">
                <a:latin typeface="微软雅黑" panose="020B0503020204020204" pitchFamily="34" charset="-122"/>
                <a:ea typeface="微软雅黑" panose="020B0503020204020204" pitchFamily="34" charset="-122"/>
              </a:rPr>
              <a:t>标识</a:t>
            </a:r>
            <a:endParaRPr lang="en-US" altLang="zh-CN" sz="28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示例：</a:t>
            </a:r>
            <a:endParaRPr lang="en-US" altLang="zh-CN" sz="2800">
              <a:latin typeface="微软雅黑" panose="020B0503020204020204" pitchFamily="34" charset="-122"/>
              <a:ea typeface="微软雅黑" panose="020B0503020204020204" pitchFamily="34" charset="-122"/>
            </a:endParaRPr>
          </a:p>
          <a:p>
            <a:pPr lvl="1" algn="just" eaLnBrk="1" hangingPunct="1">
              <a:lnSpc>
                <a:spcPct val="200000"/>
              </a:lnSpc>
              <a:buClr>
                <a:srgbClr val="0066FF"/>
              </a:buClr>
            </a:pPr>
            <a:r>
              <a:rPr lang="en-US" altLang="zh-CN" sz="2800">
                <a:latin typeface="微软雅黑" panose="020B0503020204020204" pitchFamily="34" charset="-122"/>
                <a:ea typeface="微软雅黑" panose="020B0503020204020204" pitchFamily="34" charset="-122"/>
              </a:rPr>
              <a:t>          12.3+4</a:t>
            </a:r>
            <a:r>
              <a:rPr lang="en-US" altLang="zh-CN" sz="2800">
                <a:solidFill>
                  <a:srgbClr val="C00000"/>
                </a:solidFill>
                <a:latin typeface="微软雅黑" panose="020B0503020204020204" pitchFamily="34" charset="-122"/>
                <a:ea typeface="微软雅黑" panose="020B0503020204020204" pitchFamily="34" charset="-122"/>
              </a:rPr>
              <a:t>j</a:t>
            </a:r>
            <a:r>
              <a:rPr lang="en-US" altLang="zh-CN" sz="2800">
                <a:latin typeface="微软雅黑" panose="020B0503020204020204" pitchFamily="34" charset="-122"/>
                <a:ea typeface="微软雅黑" panose="020B0503020204020204" pitchFamily="34" charset="-122"/>
              </a:rPr>
              <a:t>,   -5.6+7</a:t>
            </a:r>
            <a:r>
              <a:rPr lang="en-US" altLang="zh-CN" sz="2800">
                <a:solidFill>
                  <a:srgbClr val="C00000"/>
                </a:solidFill>
                <a:latin typeface="微软雅黑" panose="020B0503020204020204" pitchFamily="34" charset="-122"/>
                <a:ea typeface="微软雅黑" panose="020B0503020204020204" pitchFamily="34" charset="-122"/>
              </a:rPr>
              <a:t>j</a:t>
            </a:r>
            <a:endParaRPr lang="en-US" altLang="zh-CN" sz="280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55B5D-F5AF-4347-A155-9A39234C9D17}"/>
              </a:ext>
            </a:extLst>
          </p:cNvPr>
          <p:cNvSpPr>
            <a:spLocks noGrp="1"/>
          </p:cNvSpPr>
          <p:nvPr>
            <p:ph type="title"/>
          </p:nvPr>
        </p:nvSpPr>
        <p:spPr>
          <a:xfrm>
            <a:off x="395288" y="549275"/>
            <a:ext cx="8243887" cy="588963"/>
          </a:xfrm>
        </p:spPr>
        <p:txBody>
          <a:bodyPr/>
          <a:lstStyle/>
          <a:p>
            <a:pPr>
              <a:spcBef>
                <a:spcPct val="20000"/>
              </a:spcBef>
              <a:buClr>
                <a:schemeClr val="folHlink"/>
              </a:buClr>
              <a:buSzPct val="60000"/>
              <a:defRPr/>
            </a:pPr>
            <a:r>
              <a:rPr lang="zh-CN" altLang="en-US" sz="2800" dirty="0">
                <a:solidFill>
                  <a:srgbClr val="000000"/>
                </a:solidFill>
                <a:latin typeface="微软雅黑" panose="020B0503020204020204" pitchFamily="34" charset="-122"/>
                <a:ea typeface="微软雅黑" panose="020B0503020204020204" pitchFamily="34" charset="-122"/>
                <a:cs typeface="+mn-cs"/>
              </a:rPr>
              <a:t>布尔</a:t>
            </a:r>
            <a:r>
              <a:rPr lang="zh-CN" altLang="zh-CN" sz="2800" dirty="0">
                <a:solidFill>
                  <a:srgbClr val="000000"/>
                </a:solidFill>
                <a:latin typeface="微软雅黑" panose="020B0503020204020204" pitchFamily="34" charset="-122"/>
                <a:ea typeface="微软雅黑" panose="020B0503020204020204" pitchFamily="34" charset="-122"/>
                <a:cs typeface="+mn-cs"/>
              </a:rPr>
              <a:t>型</a:t>
            </a:r>
            <a:endParaRPr lang="zh-CN" altLang="en-US" sz="2800" dirty="0">
              <a:solidFill>
                <a:srgbClr val="000000"/>
              </a:solidFill>
              <a:latin typeface="微软雅黑" panose="020B0503020204020204" pitchFamily="34" charset="-122"/>
              <a:ea typeface="微软雅黑" panose="020B0503020204020204" pitchFamily="34" charset="-122"/>
              <a:cs typeface="+mn-cs"/>
            </a:endParaRPr>
          </a:p>
        </p:txBody>
      </p:sp>
      <p:sp>
        <p:nvSpPr>
          <p:cNvPr id="33794" name="内容占位符 5">
            <a:extLst>
              <a:ext uri="{FF2B5EF4-FFF2-40B4-BE49-F238E27FC236}">
                <a16:creationId xmlns:a16="http://schemas.microsoft.com/office/drawing/2014/main" id="{3146A2E1-4647-4C88-ACEE-125567A66B6E}"/>
              </a:ext>
            </a:extLst>
          </p:cNvPr>
          <p:cNvSpPr>
            <a:spLocks noGrp="1" noChangeArrowheads="1"/>
          </p:cNvSpPr>
          <p:nvPr>
            <p:ph idx="1"/>
          </p:nvPr>
        </p:nvSpPr>
        <p:spPr>
          <a:xfrm>
            <a:off x="468313" y="1412875"/>
            <a:ext cx="8229600" cy="5000625"/>
          </a:xfrm>
        </p:spPr>
        <p:txBody>
          <a:bodyPr/>
          <a:lstStyle/>
          <a:p>
            <a:pPr indent="719138">
              <a:spcBef>
                <a:spcPct val="0"/>
              </a:spcBef>
              <a:buFontTx/>
              <a:buNone/>
            </a:pPr>
            <a:r>
              <a:rPr lang="zh-CN" altLang="zh-CN" sz="2000"/>
              <a:t>在数学中，对判断会作出“对”和“错”的回答。为了在计算机语言中规范这种表达，把结果是肯定的用“</a:t>
            </a:r>
            <a:r>
              <a:rPr lang="en-US" altLang="zh-CN" sz="2000"/>
              <a:t>True</a:t>
            </a:r>
            <a:r>
              <a:rPr lang="zh-CN" altLang="zh-CN" sz="2000"/>
              <a:t>”表示，把结果是否定的用“</a:t>
            </a:r>
            <a:r>
              <a:rPr lang="en-US" altLang="zh-CN" sz="2000"/>
              <a:t>False</a:t>
            </a:r>
            <a:r>
              <a:rPr lang="zh-CN" altLang="zh-CN" sz="2000"/>
              <a:t>”来表示。例如</a:t>
            </a:r>
            <a:r>
              <a:rPr lang="zh-CN" altLang="en-US" sz="2000"/>
              <a:t>：</a:t>
            </a:r>
            <a:endParaRPr lang="en-US" altLang="zh-CN" sz="2000"/>
          </a:p>
          <a:p>
            <a:pPr indent="719138">
              <a:spcBef>
                <a:spcPct val="0"/>
              </a:spcBef>
              <a:buFontTx/>
              <a:buNone/>
            </a:pPr>
            <a:r>
              <a:rPr lang="en-US" altLang="zh-CN" sz="2000" b="1"/>
              <a:t>#&lt;</a:t>
            </a:r>
            <a:r>
              <a:rPr lang="zh-CN" altLang="zh-CN" sz="2000" b="1"/>
              <a:t>程序：布尔类型例子</a:t>
            </a:r>
            <a:r>
              <a:rPr lang="en-US" altLang="zh-CN" sz="2000" b="1"/>
              <a:t>&gt;</a:t>
            </a:r>
            <a:endParaRPr lang="zh-CN" altLang="zh-CN" sz="2000"/>
          </a:p>
          <a:p>
            <a:pPr indent="719138">
              <a:spcBef>
                <a:spcPct val="0"/>
              </a:spcBef>
              <a:buFontTx/>
              <a:buNone/>
            </a:pPr>
            <a:r>
              <a:rPr lang="en-US" altLang="zh-CN" sz="2000"/>
              <a:t>b = 100&lt;101</a:t>
            </a:r>
            <a:endParaRPr lang="zh-CN" altLang="zh-CN" sz="2000"/>
          </a:p>
          <a:p>
            <a:pPr indent="719138">
              <a:spcBef>
                <a:spcPct val="0"/>
              </a:spcBef>
              <a:buFontTx/>
              <a:buNone/>
            </a:pPr>
            <a:r>
              <a:rPr lang="en-US" altLang="zh-CN" sz="2000"/>
              <a:t>print (b)</a:t>
            </a:r>
            <a:endParaRPr lang="zh-CN" altLang="zh-CN" sz="2000"/>
          </a:p>
          <a:p>
            <a:pPr indent="719138">
              <a:spcBef>
                <a:spcPct val="0"/>
              </a:spcBef>
              <a:buFontTx/>
              <a:buNone/>
            </a:pPr>
            <a:r>
              <a:rPr lang="zh-CN" altLang="zh-CN" sz="2000"/>
              <a:t>这里，</a:t>
            </a:r>
            <a:r>
              <a:rPr lang="en-US" altLang="zh-CN" sz="2000"/>
              <a:t>b</a:t>
            </a:r>
            <a:r>
              <a:rPr lang="zh-CN" altLang="zh-CN" sz="2000"/>
              <a:t>是布尔类型变量，</a:t>
            </a:r>
            <a:r>
              <a:rPr lang="en-US" altLang="zh-CN" sz="2000"/>
              <a:t>b=100&lt;101</a:t>
            </a:r>
            <a:r>
              <a:rPr lang="zh-CN" altLang="zh-CN" sz="2000"/>
              <a:t>为布尔表达式，运行此段程序，将输出</a:t>
            </a:r>
            <a:r>
              <a:rPr lang="en-US" altLang="zh-CN" sz="2000"/>
              <a:t>True</a:t>
            </a:r>
            <a:r>
              <a:rPr lang="zh-CN" altLang="zh-CN" sz="2000"/>
              <a:t>。布尔类变量只有二种可能值：</a:t>
            </a:r>
            <a:r>
              <a:rPr lang="en-US" altLang="zh-CN" sz="2000"/>
              <a:t>True </a:t>
            </a:r>
            <a:r>
              <a:rPr lang="zh-CN" altLang="zh-CN" sz="2000"/>
              <a:t>或</a:t>
            </a:r>
            <a:r>
              <a:rPr lang="en-US" altLang="zh-CN" sz="2000"/>
              <a:t>False</a:t>
            </a:r>
            <a:r>
              <a:rPr lang="zh-CN" altLang="zh-CN" sz="2000"/>
              <a:t>。</a:t>
            </a:r>
            <a:r>
              <a:rPr lang="en-US" altLang="zh-CN" sz="2000"/>
              <a:t>Python </a:t>
            </a:r>
            <a:r>
              <a:rPr lang="zh-CN" altLang="zh-CN" sz="2000"/>
              <a:t>提供一整套布尔比较和逻辑运算，“</a:t>
            </a:r>
            <a:r>
              <a:rPr lang="en-US" altLang="zh-CN" sz="2000"/>
              <a:t>&lt;, &gt;, &lt;=, &gt;=, ==, !=</a:t>
            </a:r>
            <a:r>
              <a:rPr lang="zh-CN" altLang="zh-CN" sz="2000"/>
              <a:t>”，分别为小于，大于，小于等于，大于等于，等于，不等于</a:t>
            </a:r>
            <a:r>
              <a:rPr lang="en-US" altLang="zh-CN" sz="2000"/>
              <a:t>6</a:t>
            </a:r>
            <a:r>
              <a:rPr lang="zh-CN" altLang="zh-CN" sz="2000"/>
              <a:t>种比较运算符，以及“</a:t>
            </a:r>
            <a:r>
              <a:rPr lang="en-US" altLang="zh-CN" sz="2000"/>
              <a:t>and, or, not</a:t>
            </a:r>
            <a:r>
              <a:rPr lang="zh-CN" altLang="zh-CN" sz="2000"/>
              <a:t>”等逻辑运算符。</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文本占位符 2">
            <a:extLst>
              <a:ext uri="{FF2B5EF4-FFF2-40B4-BE49-F238E27FC236}">
                <a16:creationId xmlns:a16="http://schemas.microsoft.com/office/drawing/2014/main" id="{256BEB61-188E-41A8-9367-E0084D5C2363}"/>
              </a:ext>
            </a:extLst>
          </p:cNvPr>
          <p:cNvSpPr>
            <a:spLocks noGrp="1"/>
          </p:cNvSpPr>
          <p:nvPr>
            <p:ph type="subTitle" idx="1"/>
          </p:nvPr>
        </p:nvSpPr>
        <p:spPr>
          <a:xfrm>
            <a:off x="1908175" y="2420938"/>
            <a:ext cx="6146800" cy="1485900"/>
          </a:xfrm>
        </p:spPr>
        <p:txBody>
          <a:bodyPr/>
          <a:lstStyle/>
          <a:p>
            <a:pPr>
              <a:defRPr/>
            </a:pPr>
            <a:r>
              <a:rPr lang="zh-CN" altLang="en-US" sz="5400"/>
              <a:t>运算符与表达式</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0C463525-E54C-40D6-93BE-DA7FE5C7AEB9}"/>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0E4F3B65-D788-494A-BC89-4DAC65093672}"/>
              </a:ext>
            </a:extLst>
          </p:cNvPr>
          <p:cNvSpPr txBox="1">
            <a:spLocks noChangeArrowheads="1"/>
          </p:cNvSpPr>
          <p:nvPr/>
        </p:nvSpPr>
        <p:spPr bwMode="auto">
          <a:xfrm>
            <a:off x="1187450" y="765175"/>
            <a:ext cx="5314950" cy="132397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a:solidFill>
                  <a:srgbClr val="262626"/>
                </a:solidFill>
                <a:latin typeface="微软雅黑" panose="020B0503020204020204" pitchFamily="34" charset="-122"/>
                <a:ea typeface="微软雅黑" panose="020B0503020204020204" pitchFamily="34" charset="-122"/>
              </a:rPr>
              <a:t>内置的数值运算操作</a:t>
            </a:r>
            <a:r>
              <a:rPr lang="zh-CN" altLang="en-US" sz="4000">
                <a:solidFill>
                  <a:srgbClr val="262626"/>
                </a:solidFill>
                <a:latin typeface="微软雅黑" panose="020B0503020204020204" pitchFamily="34" charset="-122"/>
                <a:ea typeface="微软雅黑" panose="020B0503020204020204" pitchFamily="34" charset="-122"/>
              </a:rPr>
              <a:t>符</a:t>
            </a:r>
          </a:p>
          <a:p>
            <a:pPr>
              <a:spcBef>
                <a:spcPct val="0"/>
              </a:spcBef>
              <a:buFontTx/>
              <a:buNone/>
              <a:defRPr/>
            </a:pPr>
            <a:endParaRPr lang="zh-CN" altLang="en-US" sz="4000">
              <a:solidFill>
                <a:srgbClr val="262626"/>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1ECBDCA4-F92D-4FDF-919D-845C923366F6}"/>
              </a:ext>
            </a:extLst>
          </p:cNvPr>
          <p:cNvGraphicFramePr>
            <a:graphicFrameLocks noGrp="1"/>
          </p:cNvGraphicFramePr>
          <p:nvPr/>
        </p:nvGraphicFramePr>
        <p:xfrm>
          <a:off x="681038" y="1628775"/>
          <a:ext cx="7778750" cy="4392610"/>
        </p:xfrm>
        <a:graphic>
          <a:graphicData uri="http://schemas.openxmlformats.org/drawingml/2006/table">
            <a:tbl>
              <a:tblPr/>
              <a:tblGrid>
                <a:gridCol w="1946133">
                  <a:extLst>
                    <a:ext uri="{9D8B030D-6E8A-4147-A177-3AD203B41FA5}">
                      <a16:colId xmlns:a16="http://schemas.microsoft.com/office/drawing/2014/main" val="20000"/>
                    </a:ext>
                  </a:extLst>
                </a:gridCol>
                <a:gridCol w="5832617">
                  <a:extLst>
                    <a:ext uri="{9D8B030D-6E8A-4147-A177-3AD203B41FA5}">
                      <a16:colId xmlns:a16="http://schemas.microsoft.com/office/drawing/2014/main" val="20001"/>
                    </a:ext>
                  </a:extLst>
                </a:gridCol>
              </a:tblGrid>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操作符</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描述</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 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之和</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 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之差</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 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之积</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 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之商</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 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之整数商，即：不大于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之商的最大整数</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 % 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之商的余数，也称为模运算</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的负值，即：</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本身</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4392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次幂，即：</a:t>
                      </a:r>
                      <a:r>
                        <a:rPr kumimoji="0"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en-US" altLang="zh-CN" sz="1800" b="0" i="0" u="none" strike="noStrike" cap="none" normalizeH="0" baseline="3000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320B497E-07E8-4454-BFB7-529F5D920E47}"/>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97E9370F-34BC-41EB-8693-2F6BF0966EE3}"/>
              </a:ext>
            </a:extLst>
          </p:cNvPr>
          <p:cNvSpPr txBox="1">
            <a:spLocks noChangeArrowheads="1"/>
          </p:cNvSpPr>
          <p:nvPr/>
        </p:nvSpPr>
        <p:spPr bwMode="auto">
          <a:xfrm>
            <a:off x="1276350" y="304800"/>
            <a:ext cx="4800600"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内置的数值运算函数</a:t>
            </a:r>
          </a:p>
        </p:txBody>
      </p:sp>
      <p:sp>
        <p:nvSpPr>
          <p:cNvPr id="36867" name="TextBox 2">
            <a:extLst>
              <a:ext uri="{FF2B5EF4-FFF2-40B4-BE49-F238E27FC236}">
                <a16:creationId xmlns:a16="http://schemas.microsoft.com/office/drawing/2014/main" id="{CB892441-5642-4BFF-A0B0-0604F7ACEEBA}"/>
              </a:ext>
            </a:extLst>
          </p:cNvPr>
          <p:cNvSpPr txBox="1">
            <a:spLocks noChangeArrowheads="1"/>
          </p:cNvSpPr>
          <p:nvPr/>
        </p:nvSpPr>
        <p:spPr bwMode="auto">
          <a:xfrm>
            <a:off x="323850" y="1268413"/>
            <a:ext cx="86058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pPr>
            <a:r>
              <a:rPr lang="en-US" altLang="zh-CN" sz="2400">
                <a:latin typeface="微软雅黑" panose="020B0503020204020204" pitchFamily="34" charset="-122"/>
                <a:ea typeface="微软雅黑" panose="020B0503020204020204" pitchFamily="34" charset="-122"/>
              </a:rPr>
              <a:t>Python</a:t>
            </a:r>
            <a:r>
              <a:rPr lang="zh-CN" altLang="zh-CN" sz="2400">
                <a:latin typeface="微软雅黑" panose="020B0503020204020204" pitchFamily="34" charset="-122"/>
                <a:ea typeface="微软雅黑" panose="020B0503020204020204" pitchFamily="34" charset="-122"/>
              </a:rPr>
              <a:t>解释器提供了一些内置函数，在这些内置函数之中，有</a:t>
            </a:r>
            <a:r>
              <a:rPr lang="en-US" altLang="zh-CN" sz="2400">
                <a:latin typeface="微软雅黑" panose="020B0503020204020204" pitchFamily="34" charset="-122"/>
                <a:ea typeface="微软雅黑" panose="020B0503020204020204" pitchFamily="34" charset="-122"/>
              </a:rPr>
              <a:t>6</a:t>
            </a:r>
            <a:r>
              <a:rPr lang="zh-CN" altLang="zh-CN" sz="2400">
                <a:latin typeface="微软雅黑" panose="020B0503020204020204" pitchFamily="34" charset="-122"/>
                <a:ea typeface="微软雅黑" panose="020B0503020204020204" pitchFamily="34" charset="-122"/>
              </a:rPr>
              <a:t>个函数与数值运算相关 </a:t>
            </a:r>
            <a:endParaRPr lang="en-US" altLang="zh-CN" sz="2400">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D5E1898D-0516-4486-B649-CAEACC69E482}"/>
              </a:ext>
            </a:extLst>
          </p:cNvPr>
          <p:cNvGraphicFramePr>
            <a:graphicFrameLocks noGrp="1"/>
          </p:cNvGraphicFramePr>
          <p:nvPr/>
        </p:nvGraphicFramePr>
        <p:xfrm>
          <a:off x="1403350" y="2565400"/>
          <a:ext cx="7165975" cy="3771898"/>
        </p:xfrm>
        <a:graphic>
          <a:graphicData uri="http://schemas.openxmlformats.org/drawingml/2006/table">
            <a:tbl>
              <a:tblPr/>
              <a:tblGrid>
                <a:gridCol w="1792387">
                  <a:extLst>
                    <a:ext uri="{9D8B030D-6E8A-4147-A177-3AD203B41FA5}">
                      <a16:colId xmlns:a16="http://schemas.microsoft.com/office/drawing/2014/main" val="20000"/>
                    </a:ext>
                  </a:extLst>
                </a:gridCol>
                <a:gridCol w="5373588">
                  <a:extLst>
                    <a:ext uri="{9D8B030D-6E8A-4147-A177-3AD203B41FA5}">
                      <a16:colId xmlns:a16="http://schemas.microsoft.com/office/drawing/2014/main" val="20001"/>
                    </a:ext>
                  </a:extLst>
                </a:gridCol>
              </a:tblGrid>
              <a:tr h="4617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函数</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描述</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4617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abs(x)</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的绝对值</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617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divmod(x, y)</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 x%y)</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，输出为二元组形式（也称为元组类型）</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73151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pow(x, y[, z])</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(x**y)%z</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表示该参数可以省略，即：</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pow(x,y)</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，它与</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相同</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73151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round(x[, ndigits])</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四舍五入，保留</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ndigits</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位小数。</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round(x)</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返回四舍五入的整数值</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617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n</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n</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的最大值，</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r>
                        <a:rPr kumimoji="0"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没有限定</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6177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min(x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1</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 x</a:t>
                      </a:r>
                      <a:r>
                        <a:rPr kumimoji="0" lang="en-US" altLang="zh-CN" sz="16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n</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x</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2</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 </a:t>
                      </a:r>
                      <a:r>
                        <a:rPr kumimoji="0"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x</a:t>
                      </a:r>
                      <a:r>
                        <a:rPr kumimoji="0" lang="en-US" altLang="zh-CN" sz="1600" b="0" i="0" u="none" strike="noStrike" cap="none" normalizeH="0" baseline="-25000" dirty="0" err="1">
                          <a:ln>
                            <a:noFill/>
                          </a:ln>
                          <a:solidFill>
                            <a:schemeClr val="tx1"/>
                          </a:solidFill>
                          <a:effectLst/>
                          <a:latin typeface="Times New Roman" panose="02020603050405020304" pitchFamily="18" charset="0"/>
                          <a:ea typeface="宋体" panose="02010600030101010101" pitchFamily="2" charset="-122"/>
                        </a:rPr>
                        <a:t>n</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的最小值，</a:t>
                      </a: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r>
                        <a:rPr kumimoji="0" lang="zh-CN"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没有限定</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a:txBody>
                  <a:tcPr marL="68581" marR="68581"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BC68A4B2-B584-466E-9CAA-89F194343A41}"/>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3F96E4D6-59B2-4BFD-9727-2895C78542C0}"/>
              </a:ext>
            </a:extLst>
          </p:cNvPr>
          <p:cNvSpPr txBox="1">
            <a:spLocks noChangeArrowheads="1"/>
          </p:cNvSpPr>
          <p:nvPr/>
        </p:nvSpPr>
        <p:spPr bwMode="auto">
          <a:xfrm>
            <a:off x="1220788" y="465138"/>
            <a:ext cx="3775075"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数字类型的转换</a:t>
            </a:r>
          </a:p>
        </p:txBody>
      </p:sp>
      <p:graphicFrame>
        <p:nvGraphicFramePr>
          <p:cNvPr id="2" name="表格 1">
            <a:extLst>
              <a:ext uri="{FF2B5EF4-FFF2-40B4-BE49-F238E27FC236}">
                <a16:creationId xmlns:a16="http://schemas.microsoft.com/office/drawing/2014/main" id="{8B59E1FF-78F1-4965-A9A9-F8D6993F4F2E}"/>
              </a:ext>
            </a:extLst>
          </p:cNvPr>
          <p:cNvGraphicFramePr>
            <a:graphicFrameLocks noGrp="1"/>
          </p:cNvGraphicFramePr>
          <p:nvPr/>
        </p:nvGraphicFramePr>
        <p:xfrm>
          <a:off x="1042988" y="3481388"/>
          <a:ext cx="7129462" cy="2835276"/>
        </p:xfrm>
        <a:graphic>
          <a:graphicData uri="http://schemas.openxmlformats.org/drawingml/2006/table">
            <a:tbl>
              <a:tblPr/>
              <a:tblGrid>
                <a:gridCol w="1783319">
                  <a:extLst>
                    <a:ext uri="{9D8B030D-6E8A-4147-A177-3AD203B41FA5}">
                      <a16:colId xmlns:a16="http://schemas.microsoft.com/office/drawing/2014/main" val="20000"/>
                    </a:ext>
                  </a:extLst>
                </a:gridCol>
                <a:gridCol w="5346143">
                  <a:extLst>
                    <a:ext uri="{9D8B030D-6E8A-4147-A177-3AD203B41FA5}">
                      <a16:colId xmlns:a16="http://schemas.microsoft.com/office/drawing/2014/main" val="20001"/>
                    </a:ext>
                  </a:extLst>
                </a:gridCol>
              </a:tblGrid>
              <a:tr h="53357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函数</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描述</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53357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int(x)</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转换为整数，</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可以是浮点数或字符串</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53357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float(x)</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转换为浮点数，</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可以是整数或字符串</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23455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complex(re[, im])</a:t>
                      </a:r>
                      <a:endParaRPr kumimoji="0" lang="zh-CN" altLang="zh-CN" sz="18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生成一个复数，实部为</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，虚部为</a:t>
                      </a:r>
                      <a:r>
                        <a:rPr kumimoji="0"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im</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可以是整数、浮点数或字符串，</a:t>
                      </a:r>
                      <a:r>
                        <a:rPr kumimoji="0"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im</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可以是整数或浮点数但不能为字符串</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3" marR="68583"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sp>
        <p:nvSpPr>
          <p:cNvPr id="37908" name="TextBox 2">
            <a:extLst>
              <a:ext uri="{FF2B5EF4-FFF2-40B4-BE49-F238E27FC236}">
                <a16:creationId xmlns:a16="http://schemas.microsoft.com/office/drawing/2014/main" id="{3D3F4D67-82CD-413A-B66C-813E0E1E2C14}"/>
              </a:ext>
            </a:extLst>
          </p:cNvPr>
          <p:cNvSpPr txBox="1">
            <a:spLocks noChangeArrowheads="1"/>
          </p:cNvSpPr>
          <p:nvPr/>
        </p:nvSpPr>
        <p:spPr bwMode="auto">
          <a:xfrm>
            <a:off x="395288" y="1341438"/>
            <a:ext cx="80645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pPr>
            <a:r>
              <a:rPr lang="zh-CN" altLang="zh-CN" sz="2000">
                <a:latin typeface="微软雅黑" panose="020B0503020204020204" pitchFamily="34" charset="-122"/>
                <a:ea typeface="微软雅黑" panose="020B0503020204020204" pitchFamily="34" charset="-122"/>
              </a:rPr>
              <a:t>数值运算操作符可以隐式地转换输出结果的数字类型</a:t>
            </a:r>
            <a:endParaRPr lang="zh-CN" altLang="en-US" sz="20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pPr>
            <a:r>
              <a:rPr lang="zh-CN" altLang="zh-CN" sz="2000">
                <a:latin typeface="微软雅黑" panose="020B0503020204020204" pitchFamily="34" charset="-122"/>
                <a:ea typeface="微软雅黑" panose="020B0503020204020204" pitchFamily="34" charset="-122"/>
              </a:rPr>
              <a:t>例如，两个整数采用运算符“</a:t>
            </a:r>
            <a:r>
              <a:rPr lang="en-US" altLang="zh-CN" sz="2000">
                <a:latin typeface="微软雅黑" panose="020B0503020204020204" pitchFamily="34" charset="-122"/>
                <a:ea typeface="微软雅黑" panose="020B0503020204020204" pitchFamily="34" charset="-122"/>
              </a:rPr>
              <a:t>/</a:t>
            </a:r>
            <a:r>
              <a:rPr lang="zh-CN" altLang="zh-CN" sz="2000">
                <a:latin typeface="微软雅黑" panose="020B0503020204020204" pitchFamily="34" charset="-122"/>
                <a:ea typeface="微软雅黑" panose="020B0503020204020204" pitchFamily="34" charset="-122"/>
              </a:rPr>
              <a:t>”的除法将可能输出浮点数结果。此外，通过内置的数字类型转换函数可以显式地在数字类型之间进行转换  </a:t>
            </a: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7375F3C4-1900-49E5-A363-6A06730481DD}"/>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02A6105A-D461-482C-BBD4-0C10D6DFC994}"/>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数字类型的转换</a:t>
            </a:r>
          </a:p>
        </p:txBody>
      </p:sp>
      <p:sp>
        <p:nvSpPr>
          <p:cNvPr id="38915" name="TextBox 2">
            <a:extLst>
              <a:ext uri="{FF2B5EF4-FFF2-40B4-BE49-F238E27FC236}">
                <a16:creationId xmlns:a16="http://schemas.microsoft.com/office/drawing/2014/main" id="{70E02775-44EB-4B43-961F-4BE2BA41FE05}"/>
              </a:ext>
            </a:extLst>
          </p:cNvPr>
          <p:cNvSpPr txBox="1">
            <a:spLocks noChangeArrowheads="1"/>
          </p:cNvSpPr>
          <p:nvPr/>
        </p:nvSpPr>
        <p:spPr bwMode="auto">
          <a:xfrm>
            <a:off x="430213" y="1692275"/>
            <a:ext cx="8605837"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indent="45720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三种类型可以相互转换</a:t>
            </a:r>
            <a:endParaRPr lang="en-US" altLang="zh-CN" sz="2800">
              <a:latin typeface="微软雅黑" panose="020B0503020204020204" pitchFamily="34" charset="-122"/>
              <a:ea typeface="微软雅黑" panose="020B0503020204020204" pitchFamily="34" charset="-122"/>
            </a:endParaRPr>
          </a:p>
          <a:p>
            <a:pPr eaLnBrk="1" hangingPunct="1">
              <a:lnSpc>
                <a:spcPct val="150000"/>
              </a:lnSpc>
            </a:pP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   函数：</a:t>
            </a:r>
            <a:r>
              <a:rPr lang="en-US" altLang="zh-CN" sz="2800">
                <a:latin typeface="微软雅黑" panose="020B0503020204020204" pitchFamily="34" charset="-122"/>
                <a:ea typeface="微软雅黑" panose="020B0503020204020204" pitchFamily="34" charset="-122"/>
              </a:rPr>
              <a:t>int(), float(), complex()</a:t>
            </a:r>
          </a:p>
          <a:p>
            <a:pPr lvl="1" algn="just" eaLnBrk="1" hangingPunct="1">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示例：</a:t>
            </a:r>
            <a:endParaRPr lang="en-US" altLang="zh-CN" sz="2800">
              <a:latin typeface="微软雅黑" panose="020B0503020204020204" pitchFamily="34" charset="-122"/>
              <a:ea typeface="微软雅黑" panose="020B0503020204020204" pitchFamily="34" charset="-122"/>
            </a:endParaRPr>
          </a:p>
          <a:p>
            <a:pPr lvl="2" algn="just" eaLnBrk="1" hangingPunct="1">
              <a:lnSpc>
                <a:spcPct val="15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int(4.5) = 4 </a:t>
            </a:r>
            <a:r>
              <a:rPr lang="zh-CN" altLang="en-US" sz="2800">
                <a:latin typeface="微软雅黑" panose="020B0503020204020204" pitchFamily="34" charset="-122"/>
                <a:ea typeface="微软雅黑" panose="020B0503020204020204" pitchFamily="34" charset="-122"/>
              </a:rPr>
              <a:t>（直接去掉小数部分）</a:t>
            </a:r>
            <a:endParaRPr lang="en-US" altLang="zh-CN" sz="2800">
              <a:latin typeface="微软雅黑" panose="020B0503020204020204" pitchFamily="34" charset="-122"/>
              <a:ea typeface="微软雅黑" panose="020B0503020204020204" pitchFamily="34" charset="-122"/>
            </a:endParaRPr>
          </a:p>
          <a:p>
            <a:pPr lvl="2" algn="just" eaLnBrk="1" hangingPunct="1">
              <a:lnSpc>
                <a:spcPct val="15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float(4) = 4.0 </a:t>
            </a:r>
            <a:r>
              <a:rPr lang="zh-CN" altLang="en-US" sz="2800">
                <a:latin typeface="微软雅黑" panose="020B0503020204020204" pitchFamily="34" charset="-122"/>
                <a:ea typeface="微软雅黑" panose="020B0503020204020204" pitchFamily="34" charset="-122"/>
              </a:rPr>
              <a:t>（增加小数部分）</a:t>
            </a:r>
            <a:endParaRPr lang="en-US" altLang="zh-CN" sz="2800">
              <a:latin typeface="微软雅黑" panose="020B0503020204020204" pitchFamily="34" charset="-122"/>
              <a:ea typeface="微软雅黑" panose="020B0503020204020204" pitchFamily="34" charset="-122"/>
            </a:endParaRPr>
          </a:p>
          <a:p>
            <a:pPr lvl="2" algn="just" eaLnBrk="1" hangingPunct="1">
              <a:lnSpc>
                <a:spcPct val="15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complex(4) = 4 + 0J</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A3FCD132-B09A-467C-BFEB-751EB190DC87}"/>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p:spPr>
      </p:pic>
      <p:sp>
        <p:nvSpPr>
          <p:cNvPr id="3076" name="TextBox 2">
            <a:extLst>
              <a:ext uri="{FF2B5EF4-FFF2-40B4-BE49-F238E27FC236}">
                <a16:creationId xmlns:a16="http://schemas.microsoft.com/office/drawing/2014/main" id="{F6ADA89B-797F-49F8-8E37-EE74EA51D297}"/>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数字类型的判断</a:t>
            </a:r>
          </a:p>
        </p:txBody>
      </p:sp>
      <p:sp>
        <p:nvSpPr>
          <p:cNvPr id="39939" name="TextBox 2">
            <a:extLst>
              <a:ext uri="{FF2B5EF4-FFF2-40B4-BE49-F238E27FC236}">
                <a16:creationId xmlns:a16="http://schemas.microsoft.com/office/drawing/2014/main" id="{6E168340-C8B4-4582-84A0-49A23A3E450A}"/>
              </a:ext>
            </a:extLst>
          </p:cNvPr>
          <p:cNvSpPr txBox="1">
            <a:spLocks noChangeArrowheads="1"/>
          </p:cNvSpPr>
          <p:nvPr/>
        </p:nvSpPr>
        <p:spPr bwMode="auto">
          <a:xfrm>
            <a:off x="430213" y="1692275"/>
            <a:ext cx="8605837"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indent="457200"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函数：</a:t>
            </a:r>
            <a:r>
              <a:rPr lang="en-US" altLang="zh-CN" sz="2800">
                <a:latin typeface="微软雅黑" panose="020B0503020204020204" pitchFamily="34" charset="-122"/>
                <a:ea typeface="微软雅黑" panose="020B0503020204020204" pitchFamily="34" charset="-122"/>
              </a:rPr>
              <a:t>type(x)</a:t>
            </a:r>
            <a:r>
              <a:rPr lang="zh-CN" altLang="en-US" sz="2800">
                <a:latin typeface="微软雅黑" panose="020B0503020204020204" pitchFamily="34" charset="-122"/>
                <a:ea typeface="微软雅黑" panose="020B0503020204020204" pitchFamily="34" charset="-122"/>
              </a:rPr>
              <a:t>，返回</a:t>
            </a:r>
            <a:r>
              <a:rPr lang="en-US" altLang="zh-CN" sz="2800">
                <a:latin typeface="微软雅黑" panose="020B0503020204020204" pitchFamily="34" charset="-122"/>
                <a:ea typeface="微软雅黑" panose="020B0503020204020204" pitchFamily="34" charset="-122"/>
              </a:rPr>
              <a:t>x</a:t>
            </a:r>
            <a:r>
              <a:rPr lang="zh-CN" altLang="en-US" sz="2800">
                <a:latin typeface="微软雅黑" panose="020B0503020204020204" pitchFamily="34" charset="-122"/>
                <a:ea typeface="微软雅黑" panose="020B0503020204020204" pitchFamily="34" charset="-122"/>
              </a:rPr>
              <a:t>的类型，适用于所有类型的判断</a:t>
            </a:r>
            <a:endParaRPr lang="en-US" altLang="zh-CN" sz="2800">
              <a:latin typeface="微软雅黑" panose="020B0503020204020204" pitchFamily="34" charset="-122"/>
              <a:ea typeface="微软雅黑" panose="020B0503020204020204" pitchFamily="34" charset="-122"/>
            </a:endParaRPr>
          </a:p>
          <a:p>
            <a:pPr lvl="1" algn="just" eaLnBrk="1" hangingPunct="1">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示例：</a:t>
            </a:r>
            <a:endParaRPr lang="en-US" altLang="zh-CN" sz="2800">
              <a:latin typeface="微软雅黑" panose="020B0503020204020204" pitchFamily="34" charset="-122"/>
              <a:ea typeface="微软雅黑" panose="020B0503020204020204" pitchFamily="34" charset="-122"/>
            </a:endParaRPr>
          </a:p>
        </p:txBody>
      </p:sp>
      <p:pic>
        <p:nvPicPr>
          <p:cNvPr id="39940" name="图片 1">
            <a:extLst>
              <a:ext uri="{FF2B5EF4-FFF2-40B4-BE49-F238E27FC236}">
                <a16:creationId xmlns:a16="http://schemas.microsoft.com/office/drawing/2014/main" id="{9C851E05-5384-4CAF-ADF9-1680205A2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3817938"/>
            <a:ext cx="2990850"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369C35-DEE7-4C64-85F6-3BEEA7C2F50E}"/>
              </a:ext>
            </a:extLst>
          </p:cNvPr>
          <p:cNvSpPr/>
          <p:nvPr/>
        </p:nvSpPr>
        <p:spPr>
          <a:xfrm>
            <a:off x="1691680" y="533699"/>
            <a:ext cx="3096344" cy="519037"/>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微实践 </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 </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鸡兔同笼</a:t>
            </a:r>
          </a:p>
        </p:txBody>
      </p:sp>
      <p:sp>
        <p:nvSpPr>
          <p:cNvPr id="15" name="矩形 14">
            <a:extLst>
              <a:ext uri="{FF2B5EF4-FFF2-40B4-BE49-F238E27FC236}">
                <a16:creationId xmlns:a16="http://schemas.microsoft.com/office/drawing/2014/main" id="{A5F56049-C7A4-4E2D-9845-D4AE374097B6}"/>
              </a:ext>
            </a:extLst>
          </p:cNvPr>
          <p:cNvSpPr/>
          <p:nvPr/>
        </p:nvSpPr>
        <p:spPr>
          <a:xfrm>
            <a:off x="1979712" y="3669119"/>
            <a:ext cx="5982483" cy="1754326"/>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rPr>
              <a:t>问题分析：</a:t>
            </a:r>
            <a:endPar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endParaRPr>
          </a:p>
          <a:p>
            <a:r>
              <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rPr>
              <a:t>一只鸡有一个头和两只脚，一只兔有一个头和四只脚。假定笼中全部是鸡，每个头对应两只脚，</a:t>
            </a:r>
            <a:r>
              <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rPr>
              <a:t>35</a:t>
            </a:r>
            <a:r>
              <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rPr>
              <a:t>个头对应</a:t>
            </a:r>
            <a:r>
              <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rPr>
              <a:t>70</a:t>
            </a:r>
            <a:r>
              <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rPr>
              <a:t>只脚。但是一共有</a:t>
            </a:r>
            <a:r>
              <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rPr>
              <a:t>94</a:t>
            </a:r>
            <a:r>
              <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rPr>
              <a:t>只脚，因此剩下的脚就是兔子的另外两只脚，只需要将剩余的脚除以</a:t>
            </a:r>
            <a:r>
              <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rPr>
              <a:t>2</a:t>
            </a:r>
            <a:r>
              <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rPr>
              <a:t>就可以得到兔子的数量。有了兔子的数量就可以计算得到鸡的数量。</a:t>
            </a:r>
          </a:p>
        </p:txBody>
      </p:sp>
      <p:sp>
        <p:nvSpPr>
          <p:cNvPr id="65" name="文本框 64">
            <a:extLst>
              <a:ext uri="{FF2B5EF4-FFF2-40B4-BE49-F238E27FC236}">
                <a16:creationId xmlns:a16="http://schemas.microsoft.com/office/drawing/2014/main" id="{9529FB48-2BE3-4756-A749-2C0EE26AAFAD}"/>
              </a:ext>
            </a:extLst>
          </p:cNvPr>
          <p:cNvSpPr txBox="1"/>
          <p:nvPr/>
        </p:nvSpPr>
        <p:spPr>
          <a:xfrm>
            <a:off x="1619671" y="1415285"/>
            <a:ext cx="5842915" cy="147732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鸡兔同笼是中国古代的数学名题之一，</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孙子算经</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中就记载了这个有趣的问题：今有雉兔同笼，上有三十五头，下有九十四足，问雉兔各几何？​这四句话的意思是：有若干只鸡兔同在一个笼子里，从上面数，有</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35</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个头，从下面数，有</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94</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只脚。问笼中各有多少只鸡和兔？</a:t>
            </a:r>
          </a:p>
        </p:txBody>
      </p:sp>
    </p:spTree>
    <p:extLst>
      <p:ext uri="{BB962C8B-B14F-4D97-AF65-F5344CB8AC3E}">
        <p14:creationId xmlns:p14="http://schemas.microsoft.com/office/powerpoint/2010/main" val="29942774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369C35-DEE7-4C64-85F6-3BEEA7C2F50E}"/>
              </a:ext>
            </a:extLst>
          </p:cNvPr>
          <p:cNvSpPr/>
          <p:nvPr/>
        </p:nvSpPr>
        <p:spPr>
          <a:xfrm>
            <a:off x="2699792" y="288844"/>
            <a:ext cx="3286249" cy="300735"/>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微实践 </a:t>
            </a:r>
            <a:r>
              <a:rPr lang="en-US" altLang="zh-CN"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 </a:t>
            </a:r>
            <a:r>
              <a:rPr lang="zh-CN" altLang="en-US"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鸡兔同笼</a:t>
            </a:r>
          </a:p>
        </p:txBody>
      </p:sp>
      <p:sp>
        <p:nvSpPr>
          <p:cNvPr id="10" name="矩形 9">
            <a:extLst>
              <a:ext uri="{FF2B5EF4-FFF2-40B4-BE49-F238E27FC236}">
                <a16:creationId xmlns:a16="http://schemas.microsoft.com/office/drawing/2014/main" id="{CD64C69C-EC65-4A17-AD2C-427FE7BE9C7A}"/>
              </a:ext>
            </a:extLst>
          </p:cNvPr>
          <p:cNvSpPr/>
          <p:nvPr/>
        </p:nvSpPr>
        <p:spPr>
          <a:xfrm>
            <a:off x="1403648" y="915428"/>
            <a:ext cx="7102464" cy="3139321"/>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en-US" altLang="zh-CN" dirty="0">
                <a:solidFill>
                  <a:srgbClr val="008000"/>
                </a:solidFill>
                <a:latin typeface="Consolas" panose="020B0609020204030204" pitchFamily="49" charset="0"/>
              </a:rPr>
              <a:t>#chickenrabbit.py</a:t>
            </a:r>
            <a:endParaRPr lang="en-US" altLang="zh-CN" dirty="0">
              <a:solidFill>
                <a:srgbClr val="000000"/>
              </a:solidFill>
              <a:latin typeface="Consolas" panose="020B0609020204030204" pitchFamily="49" charset="0"/>
            </a:endParaRPr>
          </a:p>
          <a:p>
            <a:r>
              <a:rPr lang="en-US" altLang="zh-CN" dirty="0" err="1">
                <a:solidFill>
                  <a:srgbClr val="000000"/>
                </a:solidFill>
                <a:latin typeface="Consolas" panose="020B0609020204030204" pitchFamily="49" charset="0"/>
              </a:rPr>
              <a:t>iHeads</a:t>
            </a:r>
            <a:r>
              <a:rPr lang="en-US" altLang="zh-CN" dirty="0">
                <a:solidFill>
                  <a:srgbClr val="000000"/>
                </a:solidFill>
                <a:latin typeface="Consolas" panose="020B0609020204030204" pitchFamily="49" charset="0"/>
              </a:rPr>
              <a:t> = </a:t>
            </a:r>
            <a:r>
              <a:rPr lang="en-US" altLang="zh-CN" dirty="0">
                <a:solidFill>
                  <a:srgbClr val="09885A"/>
                </a:solidFill>
                <a:latin typeface="Consolas" panose="020B0609020204030204" pitchFamily="49" charset="0"/>
              </a:rPr>
              <a:t>35</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变量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头的数量</a:t>
            </a:r>
            <a:endParaRPr lang="zh-CN" altLang="en-US" dirty="0">
              <a:solidFill>
                <a:srgbClr val="000000"/>
              </a:solidFill>
              <a:latin typeface="Consolas" panose="020B0609020204030204" pitchFamily="49" charset="0"/>
            </a:endParaRPr>
          </a:p>
          <a:p>
            <a:r>
              <a:rPr lang="en-US" altLang="zh-CN" dirty="0" err="1">
                <a:solidFill>
                  <a:srgbClr val="000000"/>
                </a:solidFill>
                <a:latin typeface="Consolas" panose="020B0609020204030204" pitchFamily="49" charset="0"/>
              </a:rPr>
              <a:t>iFeet</a:t>
            </a:r>
            <a:r>
              <a:rPr lang="en-US" altLang="zh-CN" dirty="0">
                <a:solidFill>
                  <a:srgbClr val="000000"/>
                </a:solidFill>
                <a:latin typeface="Consolas" panose="020B0609020204030204" pitchFamily="49" charset="0"/>
              </a:rPr>
              <a:t> = </a:t>
            </a:r>
            <a:r>
              <a:rPr lang="en-US" altLang="zh-CN" dirty="0">
                <a:solidFill>
                  <a:srgbClr val="09885A"/>
                </a:solidFill>
                <a:latin typeface="Consolas" panose="020B0609020204030204" pitchFamily="49" charset="0"/>
              </a:rPr>
              <a:t>94</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变量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脚的数量</a:t>
            </a:r>
            <a:endParaRPr lang="zh-CN" altLang="en-US"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a = </a:t>
            </a:r>
            <a:r>
              <a:rPr lang="en-US" altLang="zh-CN" dirty="0" err="1">
                <a:solidFill>
                  <a:srgbClr val="000000"/>
                </a:solidFill>
                <a:latin typeface="Consolas" panose="020B0609020204030204" pitchFamily="49" charset="0"/>
              </a:rPr>
              <a:t>iFeet</a:t>
            </a:r>
            <a:r>
              <a:rPr lang="en-US" altLang="zh-CN" dirty="0">
                <a:solidFill>
                  <a:srgbClr val="000000"/>
                </a:solidFill>
                <a:latin typeface="Consolas" panose="020B0609020204030204" pitchFamily="49" charset="0"/>
              </a:rPr>
              <a:t> -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a:t>
            </a:r>
            <a:r>
              <a:rPr lang="en-US" altLang="zh-CN" dirty="0" err="1">
                <a:solidFill>
                  <a:srgbClr val="000000"/>
                </a:solidFill>
                <a:latin typeface="Consolas" panose="020B0609020204030204" pitchFamily="49" charset="0"/>
              </a:rPr>
              <a:t>iHeads</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假设全部是鸡，余下的脚的数量</a:t>
            </a:r>
            <a:endParaRPr lang="zh-CN" altLang="en-US" dirty="0">
              <a:solidFill>
                <a:srgbClr val="000000"/>
              </a:solidFill>
              <a:latin typeface="Consolas" panose="020B0609020204030204" pitchFamily="49" charset="0"/>
            </a:endParaRPr>
          </a:p>
          <a:p>
            <a:r>
              <a:rPr lang="en-US" altLang="zh-CN" dirty="0" err="1">
                <a:solidFill>
                  <a:srgbClr val="000000"/>
                </a:solidFill>
                <a:latin typeface="Consolas" panose="020B0609020204030204" pitchFamily="49" charset="0"/>
              </a:rPr>
              <a:t>iRabbits</a:t>
            </a:r>
            <a:r>
              <a:rPr lang="en-US" altLang="zh-CN" dirty="0">
                <a:solidFill>
                  <a:srgbClr val="000000"/>
                </a:solidFill>
                <a:latin typeface="Consolas" panose="020B0609020204030204" pitchFamily="49" charset="0"/>
              </a:rPr>
              <a:t> = a / </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免的数量等于余下的脚数</a:t>
            </a:r>
            <a:r>
              <a:rPr lang="en-US" altLang="zh-CN" dirty="0">
                <a:solidFill>
                  <a:srgbClr val="008000"/>
                </a:solidFill>
                <a:latin typeface="Consolas" panose="020B0609020204030204" pitchFamily="49" charset="0"/>
              </a:rPr>
              <a:t>/2</a:t>
            </a:r>
            <a:endParaRPr lang="zh-CN" altLang="en-US" dirty="0">
              <a:solidFill>
                <a:srgbClr val="000000"/>
              </a:solidFill>
              <a:latin typeface="Consolas" panose="020B0609020204030204" pitchFamily="49" charset="0"/>
            </a:endParaRPr>
          </a:p>
          <a:p>
            <a:r>
              <a:rPr lang="en-US" altLang="zh-CN" dirty="0" err="1">
                <a:solidFill>
                  <a:srgbClr val="000000"/>
                </a:solidFill>
                <a:latin typeface="Consolas" panose="020B0609020204030204" pitchFamily="49" charset="0"/>
              </a:rPr>
              <a:t>iChicken</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iHeads</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iRabbits</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鸡的数量等于 头的数量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兔的数量</a:t>
            </a:r>
            <a:endParaRPr lang="zh-CN" altLang="en-US"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print(</a:t>
            </a:r>
            <a:r>
              <a:rPr lang="en-US" altLang="zh-CN" dirty="0">
                <a:solidFill>
                  <a:srgbClr val="A31515"/>
                </a:solidFill>
                <a:latin typeface="Consolas" panose="020B0609020204030204" pitchFamily="49" charset="0"/>
              </a:rPr>
              <a:t>"Number of chicken = %d,"</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iChicken</a:t>
            </a:r>
            <a:r>
              <a:rPr lang="en-US" altLang="zh-CN" dirty="0">
                <a:solidFill>
                  <a:srgbClr val="000000"/>
                </a:solidFill>
                <a:latin typeface="Consolas" panose="020B0609020204030204" pitchFamily="49" charset="0"/>
              </a:rPr>
              <a:t>, </a:t>
            </a:r>
            <a:r>
              <a:rPr lang="en-US" altLang="zh-CN" dirty="0">
                <a:solidFill>
                  <a:srgbClr val="A31515"/>
                </a:solidFill>
                <a:latin typeface="Consolas" panose="020B0609020204030204" pitchFamily="49" charset="0"/>
              </a:rPr>
              <a:t>"Number of rabbits = %d"</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iRabbits</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输出</a:t>
            </a:r>
            <a:endParaRPr lang="zh-CN" altLang="en-US" dirty="0">
              <a:solidFill>
                <a:srgbClr val="000000"/>
              </a:solidFill>
              <a:latin typeface="Consolas" panose="020B0609020204030204" pitchFamily="49" charset="0"/>
            </a:endParaRPr>
          </a:p>
          <a:p>
            <a:r>
              <a:rPr lang="en-US" altLang="zh-CN" dirty="0">
                <a:solidFill>
                  <a:srgbClr val="000000"/>
                </a:solidFill>
                <a:latin typeface="Consolas" panose="020B0609020204030204" pitchFamily="49" charset="0"/>
              </a:rPr>
              <a:t>print(</a:t>
            </a:r>
            <a:r>
              <a:rPr lang="en-US" altLang="zh-CN" dirty="0" err="1">
                <a:solidFill>
                  <a:srgbClr val="000000"/>
                </a:solidFill>
                <a:latin typeface="Consolas" panose="020B0609020204030204" pitchFamily="49" charset="0"/>
              </a:rPr>
              <a:t>iFeet</a:t>
            </a:r>
            <a:r>
              <a:rPr lang="en-US" altLang="zh-CN" dirty="0">
                <a:solidFill>
                  <a:srgbClr val="000000"/>
                </a:solidFill>
                <a:latin typeface="Consolas" panose="020B0609020204030204" pitchFamily="49" charset="0"/>
              </a:rPr>
              <a:t> == </a:t>
            </a:r>
            <a:r>
              <a:rPr lang="en-US" altLang="zh-CN" dirty="0" err="1">
                <a:solidFill>
                  <a:srgbClr val="000000"/>
                </a:solidFill>
                <a:latin typeface="Consolas" panose="020B0609020204030204" pitchFamily="49" charset="0"/>
              </a:rPr>
              <a:t>iChicken</a:t>
            </a:r>
            <a:r>
              <a:rPr lang="en-US" altLang="zh-CN" dirty="0">
                <a:solidFill>
                  <a:srgbClr val="000000"/>
                </a:solidFill>
                <a:latin typeface="Consolas" panose="020B0609020204030204" pitchFamily="49" charset="0"/>
              </a:rPr>
              <a:t>*</a:t>
            </a:r>
            <a:r>
              <a:rPr lang="en-US" altLang="zh-CN" dirty="0">
                <a:solidFill>
                  <a:srgbClr val="09885A"/>
                </a:solidFill>
                <a:latin typeface="Consolas" panose="020B0609020204030204" pitchFamily="49" charset="0"/>
              </a:rPr>
              <a:t>2</a:t>
            </a:r>
            <a:r>
              <a:rPr lang="en-US" altLang="zh-CN" dirty="0">
                <a:solidFill>
                  <a:srgbClr val="000000"/>
                </a:solidFill>
                <a:latin typeface="Consolas" panose="020B0609020204030204" pitchFamily="49" charset="0"/>
              </a:rPr>
              <a:t>+iRabbits*</a:t>
            </a:r>
            <a:r>
              <a:rPr lang="en-US" altLang="zh-CN" dirty="0">
                <a:solidFill>
                  <a:srgbClr val="09885A"/>
                </a:solidFill>
                <a:latin typeface="Consolas" panose="020B0609020204030204" pitchFamily="49" charset="0"/>
              </a:rPr>
              <a:t>4</a:t>
            </a:r>
            <a:r>
              <a:rPr lang="en-US" altLang="zh-CN" dirty="0">
                <a:solidFill>
                  <a:srgbClr val="000000"/>
                </a:solidFill>
                <a:latin typeface="Consolas" panose="020B0609020204030204" pitchFamily="49" charset="0"/>
              </a:rPr>
              <a:t>) </a:t>
            </a:r>
            <a:r>
              <a:rPr lang="en-US" altLang="zh-CN" dirty="0">
                <a:solidFill>
                  <a:srgbClr val="008000"/>
                </a:solidFill>
                <a:latin typeface="Consolas" panose="020B0609020204030204" pitchFamily="49" charset="0"/>
              </a:rPr>
              <a:t>#</a:t>
            </a:r>
            <a:r>
              <a:rPr lang="zh-CN" altLang="en-US" dirty="0">
                <a:solidFill>
                  <a:srgbClr val="008000"/>
                </a:solidFill>
                <a:latin typeface="Consolas" panose="020B0609020204030204" pitchFamily="49" charset="0"/>
              </a:rPr>
              <a:t>验证脚数 </a:t>
            </a:r>
            <a:r>
              <a:rPr lang="en-US" altLang="zh-CN" dirty="0">
                <a:solidFill>
                  <a:srgbClr val="008000"/>
                </a:solidFill>
                <a:latin typeface="Consolas" panose="020B0609020204030204" pitchFamily="49" charset="0"/>
              </a:rPr>
              <a:t>= </a:t>
            </a:r>
            <a:r>
              <a:rPr lang="zh-CN" altLang="en-US" dirty="0">
                <a:solidFill>
                  <a:srgbClr val="008000"/>
                </a:solidFill>
                <a:latin typeface="Consolas" panose="020B0609020204030204" pitchFamily="49" charset="0"/>
              </a:rPr>
              <a:t>鸡数*</a:t>
            </a:r>
            <a:r>
              <a:rPr lang="en-US" altLang="zh-CN" dirty="0">
                <a:solidFill>
                  <a:srgbClr val="008000"/>
                </a:solidFill>
                <a:latin typeface="Consolas" panose="020B0609020204030204" pitchFamily="49" charset="0"/>
              </a:rPr>
              <a:t>2 + </a:t>
            </a:r>
            <a:r>
              <a:rPr lang="zh-CN" altLang="en-US" dirty="0">
                <a:solidFill>
                  <a:srgbClr val="008000"/>
                </a:solidFill>
                <a:latin typeface="Consolas" panose="020B0609020204030204" pitchFamily="49" charset="0"/>
              </a:rPr>
              <a:t>兔数*</a:t>
            </a:r>
            <a:r>
              <a:rPr lang="en-US" altLang="zh-CN" dirty="0">
                <a:solidFill>
                  <a:srgbClr val="008000"/>
                </a:solidFill>
                <a:latin typeface="Consolas" panose="020B0609020204030204" pitchFamily="49" charset="0"/>
              </a:rPr>
              <a:t>4</a:t>
            </a:r>
            <a:endParaRPr lang="zh-CN" altLang="en-US" dirty="0">
              <a:solidFill>
                <a:srgbClr val="000000"/>
              </a:solidFill>
              <a:latin typeface="Consolas" panose="020B0609020204030204" pitchFamily="49" charset="0"/>
            </a:endParaRPr>
          </a:p>
        </p:txBody>
      </p:sp>
      <p:sp>
        <p:nvSpPr>
          <p:cNvPr id="15" name="矩形 14">
            <a:extLst>
              <a:ext uri="{FF2B5EF4-FFF2-40B4-BE49-F238E27FC236}">
                <a16:creationId xmlns:a16="http://schemas.microsoft.com/office/drawing/2014/main" id="{A5F56049-C7A4-4E2D-9845-D4AE374097B6}"/>
              </a:ext>
            </a:extLst>
          </p:cNvPr>
          <p:cNvSpPr/>
          <p:nvPr/>
        </p:nvSpPr>
        <p:spPr>
          <a:xfrm>
            <a:off x="1444319" y="4316967"/>
            <a:ext cx="7102465" cy="646331"/>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r>
              <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rPr>
              <a:t>Number of chicken = 23, Number of rabbits = 12</a:t>
            </a:r>
          </a:p>
          <a:p>
            <a:r>
              <a:rPr lang="en-US" altLang="zh-CN" dirty="0">
                <a:latin typeface="Consolas" panose="020B0609020204030204" pitchFamily="49" charset="0"/>
                <a:ea typeface="阿里巴巴普惠体 R" panose="00020600040101010101" pitchFamily="18" charset="-122"/>
                <a:cs typeface="阿里巴巴普惠体 R" panose="00020600040101010101" pitchFamily="18" charset="-122"/>
              </a:rPr>
              <a:t>True</a:t>
            </a:r>
            <a:endParaRPr lang="zh-CN" altLang="en-US" dirty="0">
              <a:latin typeface="Consolas" panose="020B0609020204030204" pitchFamily="49" charset="0"/>
              <a:ea typeface="阿里巴巴普惠体 R" panose="00020600040101010101" pitchFamily="18" charset="-122"/>
              <a:cs typeface="阿里巴巴普惠体 R" panose="00020600040101010101" pitchFamily="18" charset="-122"/>
            </a:endParaRPr>
          </a:p>
        </p:txBody>
      </p:sp>
      <p:sp>
        <p:nvSpPr>
          <p:cNvPr id="65" name="文本框 64">
            <a:extLst>
              <a:ext uri="{FF2B5EF4-FFF2-40B4-BE49-F238E27FC236}">
                <a16:creationId xmlns:a16="http://schemas.microsoft.com/office/drawing/2014/main" id="{9529FB48-2BE3-4756-A749-2C0EE26AAFAD}"/>
              </a:ext>
            </a:extLst>
          </p:cNvPr>
          <p:cNvSpPr txBox="1"/>
          <p:nvPr/>
        </p:nvSpPr>
        <p:spPr>
          <a:xfrm>
            <a:off x="1403648" y="5373216"/>
            <a:ext cx="7143136" cy="101566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 “Number of chicken = %d,” % </a:t>
            </a:r>
            <a:r>
              <a:rPr lang="en-US" altLang="zh-CN" sz="2000" dirty="0" err="1">
                <a:latin typeface="阿里巴巴普惠体 R" panose="00020600040101010101" pitchFamily="18" charset="-122"/>
                <a:ea typeface="阿里巴巴普惠体 R" panose="00020600040101010101" pitchFamily="18" charset="-122"/>
                <a:cs typeface="阿里巴巴普惠体 R" panose="00020600040101010101" pitchFamily="18" charset="-122"/>
              </a:rPr>
              <a:t>iChicken</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中间的</a:t>
            </a: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%d</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是占位符，表示在</a:t>
            </a:r>
            <a:r>
              <a:rPr lang="en-US" altLang="zh-CN"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%d</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这个位置以十进制整数形式输出变量</a:t>
            </a:r>
            <a:r>
              <a:rPr lang="en-US" altLang="zh-CN" sz="2000" dirty="0" err="1">
                <a:latin typeface="阿里巴巴普惠体 R" panose="00020600040101010101" pitchFamily="18" charset="-122"/>
                <a:ea typeface="阿里巴巴普惠体 R" panose="00020600040101010101" pitchFamily="18" charset="-122"/>
                <a:cs typeface="阿里巴巴普惠体 R" panose="00020600040101010101" pitchFamily="18" charset="-122"/>
              </a:rPr>
              <a:t>iChicken</a:t>
            </a:r>
            <a:r>
              <a:rPr lang="zh-CN" altLang="en-US" sz="2000" dirty="0">
                <a:latin typeface="阿里巴巴普惠体 R" panose="00020600040101010101" pitchFamily="18" charset="-122"/>
                <a:ea typeface="阿里巴巴普惠体 R" panose="00020600040101010101" pitchFamily="18" charset="-122"/>
                <a:cs typeface="阿里巴巴普惠体 R" panose="00020600040101010101" pitchFamily="18" charset="-122"/>
              </a:rPr>
              <a:t>的值。</a:t>
            </a:r>
          </a:p>
        </p:txBody>
      </p:sp>
      <p:sp>
        <p:nvSpPr>
          <p:cNvPr id="21" name="Freeform 17">
            <a:extLst>
              <a:ext uri="{FF2B5EF4-FFF2-40B4-BE49-F238E27FC236}">
                <a16:creationId xmlns:a16="http://schemas.microsoft.com/office/drawing/2014/main" id="{2B1AECB6-ED39-4707-B3FF-6FB1A93DD372}"/>
              </a:ext>
            </a:extLst>
          </p:cNvPr>
          <p:cNvSpPr>
            <a:spLocks noEditPoints="1"/>
          </p:cNvSpPr>
          <p:nvPr/>
        </p:nvSpPr>
        <p:spPr bwMode="auto">
          <a:xfrm flipH="1">
            <a:off x="8227194" y="1239250"/>
            <a:ext cx="360865" cy="352070"/>
          </a:xfrm>
          <a:custGeom>
            <a:avLst/>
            <a:gdLst>
              <a:gd name="T0" fmla="*/ 224 w 593"/>
              <a:gd name="T1" fmla="*/ 394 h 633"/>
              <a:gd name="T2" fmla="*/ 213 w 593"/>
              <a:gd name="T3" fmla="*/ 358 h 633"/>
              <a:gd name="T4" fmla="*/ 259 w 593"/>
              <a:gd name="T5" fmla="*/ 173 h 633"/>
              <a:gd name="T6" fmla="*/ 307 w 593"/>
              <a:gd name="T7" fmla="*/ 323 h 633"/>
              <a:gd name="T8" fmla="*/ 367 w 593"/>
              <a:gd name="T9" fmla="*/ 149 h 633"/>
              <a:gd name="T10" fmla="*/ 234 w 593"/>
              <a:gd name="T11" fmla="*/ 296 h 633"/>
              <a:gd name="T12" fmla="*/ 223 w 593"/>
              <a:gd name="T13" fmla="*/ 315 h 633"/>
              <a:gd name="T14" fmla="*/ 304 w 593"/>
              <a:gd name="T15" fmla="*/ 363 h 633"/>
              <a:gd name="T16" fmla="*/ 391 w 593"/>
              <a:gd name="T17" fmla="*/ 127 h 633"/>
              <a:gd name="T18" fmla="*/ 395 w 593"/>
              <a:gd name="T19" fmla="*/ 81 h 633"/>
              <a:gd name="T20" fmla="*/ 391 w 593"/>
              <a:gd name="T21" fmla="*/ 127 h 633"/>
              <a:gd name="T22" fmla="*/ 463 w 593"/>
              <a:gd name="T23" fmla="*/ 149 h 633"/>
              <a:gd name="T24" fmla="*/ 417 w 593"/>
              <a:gd name="T25" fmla="*/ 154 h 633"/>
              <a:gd name="T26" fmla="*/ 338 w 593"/>
              <a:gd name="T27" fmla="*/ 107 h 633"/>
              <a:gd name="T28" fmla="*/ 319 w 593"/>
              <a:gd name="T29" fmla="*/ 65 h 633"/>
              <a:gd name="T30" fmla="*/ 338 w 593"/>
              <a:gd name="T31" fmla="*/ 107 h 633"/>
              <a:gd name="T32" fmla="*/ 261 w 593"/>
              <a:gd name="T33" fmla="*/ 79 h 633"/>
              <a:gd name="T34" fmla="*/ 266 w 593"/>
              <a:gd name="T35" fmla="*/ 125 h 633"/>
              <a:gd name="T36" fmla="*/ 435 w 593"/>
              <a:gd name="T37" fmla="*/ 226 h 633"/>
              <a:gd name="T38" fmla="*/ 477 w 593"/>
              <a:gd name="T39" fmla="*/ 207 h 633"/>
              <a:gd name="T40" fmla="*/ 435 w 593"/>
              <a:gd name="T41" fmla="*/ 226 h 633"/>
              <a:gd name="T42" fmla="*/ 218 w 593"/>
              <a:gd name="T43" fmla="*/ 324 h 633"/>
              <a:gd name="T44" fmla="*/ 206 w 593"/>
              <a:gd name="T45" fmla="*/ 344 h 633"/>
              <a:gd name="T46" fmla="*/ 288 w 593"/>
              <a:gd name="T47" fmla="*/ 391 h 633"/>
              <a:gd name="T48" fmla="*/ 216 w 593"/>
              <a:gd name="T49" fmla="*/ 633 h 633"/>
              <a:gd name="T50" fmla="*/ 231 w 593"/>
              <a:gd name="T51" fmla="*/ 37 h 633"/>
              <a:gd name="T52" fmla="*/ 564 w 593"/>
              <a:gd name="T53" fmla="*/ 180 h 633"/>
              <a:gd name="T54" fmla="*/ 569 w 593"/>
              <a:gd name="T55" fmla="*/ 276 h 633"/>
              <a:gd name="T56" fmla="*/ 586 w 593"/>
              <a:gd name="T57" fmla="*/ 396 h 633"/>
              <a:gd name="T58" fmla="*/ 565 w 593"/>
              <a:gd name="T59" fmla="*/ 498 h 633"/>
              <a:gd name="T60" fmla="*/ 442 w 593"/>
              <a:gd name="T61" fmla="*/ 526 h 633"/>
              <a:gd name="T62" fmla="*/ 216 w 593"/>
              <a:gd name="T63"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3" h="633">
                <a:moveTo>
                  <a:pt x="213" y="358"/>
                </a:moveTo>
                <a:cubicBezTo>
                  <a:pt x="207" y="371"/>
                  <a:pt x="212" y="387"/>
                  <a:pt x="224" y="394"/>
                </a:cubicBezTo>
                <a:cubicBezTo>
                  <a:pt x="235" y="400"/>
                  <a:pt x="248" y="398"/>
                  <a:pt x="257" y="391"/>
                </a:cubicBezTo>
                <a:lnTo>
                  <a:pt x="213" y="358"/>
                </a:lnTo>
                <a:close/>
                <a:moveTo>
                  <a:pt x="367" y="149"/>
                </a:moveTo>
                <a:cubicBezTo>
                  <a:pt x="328" y="126"/>
                  <a:pt x="279" y="137"/>
                  <a:pt x="259" y="173"/>
                </a:cubicBezTo>
                <a:cubicBezTo>
                  <a:pt x="238" y="210"/>
                  <a:pt x="265" y="250"/>
                  <a:pt x="246" y="288"/>
                </a:cubicBezTo>
                <a:lnTo>
                  <a:pt x="307" y="323"/>
                </a:lnTo>
                <a:cubicBezTo>
                  <a:pt x="330" y="288"/>
                  <a:pt x="380" y="291"/>
                  <a:pt x="401" y="255"/>
                </a:cubicBezTo>
                <a:cubicBezTo>
                  <a:pt x="421" y="219"/>
                  <a:pt x="406" y="172"/>
                  <a:pt x="367" y="149"/>
                </a:cubicBezTo>
                <a:close/>
                <a:moveTo>
                  <a:pt x="301" y="346"/>
                </a:moveTo>
                <a:lnTo>
                  <a:pt x="234" y="296"/>
                </a:lnTo>
                <a:cubicBezTo>
                  <a:pt x="229" y="292"/>
                  <a:pt x="223" y="293"/>
                  <a:pt x="219" y="299"/>
                </a:cubicBezTo>
                <a:cubicBezTo>
                  <a:pt x="216" y="304"/>
                  <a:pt x="218" y="312"/>
                  <a:pt x="223" y="315"/>
                </a:cubicBezTo>
                <a:lnTo>
                  <a:pt x="289" y="366"/>
                </a:lnTo>
                <a:cubicBezTo>
                  <a:pt x="295" y="370"/>
                  <a:pt x="301" y="368"/>
                  <a:pt x="304" y="363"/>
                </a:cubicBezTo>
                <a:cubicBezTo>
                  <a:pt x="307" y="357"/>
                  <a:pt x="306" y="350"/>
                  <a:pt x="301" y="346"/>
                </a:cubicBezTo>
                <a:close/>
                <a:moveTo>
                  <a:pt x="391" y="127"/>
                </a:moveTo>
                <a:lnTo>
                  <a:pt x="412" y="90"/>
                </a:lnTo>
                <a:lnTo>
                  <a:pt x="395" y="81"/>
                </a:lnTo>
                <a:lnTo>
                  <a:pt x="374" y="117"/>
                </a:lnTo>
                <a:lnTo>
                  <a:pt x="391" y="127"/>
                </a:lnTo>
                <a:close/>
                <a:moveTo>
                  <a:pt x="426" y="170"/>
                </a:moveTo>
                <a:lnTo>
                  <a:pt x="463" y="149"/>
                </a:lnTo>
                <a:lnTo>
                  <a:pt x="453" y="133"/>
                </a:lnTo>
                <a:lnTo>
                  <a:pt x="417" y="154"/>
                </a:lnTo>
                <a:lnTo>
                  <a:pt x="426" y="170"/>
                </a:lnTo>
                <a:close/>
                <a:moveTo>
                  <a:pt x="338" y="107"/>
                </a:moveTo>
                <a:lnTo>
                  <a:pt x="338" y="65"/>
                </a:lnTo>
                <a:lnTo>
                  <a:pt x="319" y="65"/>
                </a:lnTo>
                <a:lnTo>
                  <a:pt x="319" y="107"/>
                </a:lnTo>
                <a:lnTo>
                  <a:pt x="338" y="107"/>
                </a:lnTo>
                <a:close/>
                <a:moveTo>
                  <a:pt x="282" y="116"/>
                </a:moveTo>
                <a:lnTo>
                  <a:pt x="261" y="79"/>
                </a:lnTo>
                <a:lnTo>
                  <a:pt x="245" y="89"/>
                </a:lnTo>
                <a:lnTo>
                  <a:pt x="266" y="125"/>
                </a:lnTo>
                <a:lnTo>
                  <a:pt x="282" y="116"/>
                </a:lnTo>
                <a:close/>
                <a:moveTo>
                  <a:pt x="435" y="226"/>
                </a:moveTo>
                <a:lnTo>
                  <a:pt x="477" y="226"/>
                </a:lnTo>
                <a:lnTo>
                  <a:pt x="477" y="207"/>
                </a:lnTo>
                <a:lnTo>
                  <a:pt x="436" y="207"/>
                </a:lnTo>
                <a:lnTo>
                  <a:pt x="435" y="226"/>
                </a:lnTo>
                <a:close/>
                <a:moveTo>
                  <a:pt x="284" y="375"/>
                </a:moveTo>
                <a:lnTo>
                  <a:pt x="218" y="324"/>
                </a:lnTo>
                <a:cubicBezTo>
                  <a:pt x="213" y="320"/>
                  <a:pt x="206" y="322"/>
                  <a:pt x="203" y="327"/>
                </a:cubicBezTo>
                <a:cubicBezTo>
                  <a:pt x="200" y="333"/>
                  <a:pt x="201" y="340"/>
                  <a:pt x="206" y="344"/>
                </a:cubicBezTo>
                <a:lnTo>
                  <a:pt x="273" y="394"/>
                </a:lnTo>
                <a:cubicBezTo>
                  <a:pt x="278" y="398"/>
                  <a:pt x="285" y="397"/>
                  <a:pt x="288" y="391"/>
                </a:cubicBezTo>
                <a:cubicBezTo>
                  <a:pt x="291" y="386"/>
                  <a:pt x="289" y="378"/>
                  <a:pt x="284" y="375"/>
                </a:cubicBezTo>
                <a:close/>
                <a:moveTo>
                  <a:pt x="216" y="633"/>
                </a:moveTo>
                <a:cubicBezTo>
                  <a:pt x="223" y="583"/>
                  <a:pt x="223" y="530"/>
                  <a:pt x="210" y="483"/>
                </a:cubicBezTo>
                <a:cubicBezTo>
                  <a:pt x="0" y="365"/>
                  <a:pt x="55" y="92"/>
                  <a:pt x="231" y="37"/>
                </a:cubicBezTo>
                <a:cubicBezTo>
                  <a:pt x="324" y="0"/>
                  <a:pt x="450" y="22"/>
                  <a:pt x="533" y="105"/>
                </a:cubicBezTo>
                <a:cubicBezTo>
                  <a:pt x="593" y="165"/>
                  <a:pt x="564" y="180"/>
                  <a:pt x="564" y="180"/>
                </a:cubicBezTo>
                <a:lnTo>
                  <a:pt x="551" y="187"/>
                </a:lnTo>
                <a:cubicBezTo>
                  <a:pt x="558" y="216"/>
                  <a:pt x="571" y="268"/>
                  <a:pt x="569" y="276"/>
                </a:cubicBezTo>
                <a:cubicBezTo>
                  <a:pt x="567" y="285"/>
                  <a:pt x="556" y="295"/>
                  <a:pt x="556" y="295"/>
                </a:cubicBezTo>
                <a:lnTo>
                  <a:pt x="586" y="396"/>
                </a:lnTo>
                <a:lnTo>
                  <a:pt x="559" y="407"/>
                </a:lnTo>
                <a:cubicBezTo>
                  <a:pt x="565" y="439"/>
                  <a:pt x="568" y="466"/>
                  <a:pt x="565" y="498"/>
                </a:cubicBezTo>
                <a:cubicBezTo>
                  <a:pt x="565" y="503"/>
                  <a:pt x="547" y="519"/>
                  <a:pt x="532" y="520"/>
                </a:cubicBezTo>
                <a:lnTo>
                  <a:pt x="442" y="526"/>
                </a:lnTo>
                <a:lnTo>
                  <a:pt x="448" y="633"/>
                </a:lnTo>
                <a:lnTo>
                  <a:pt x="216" y="633"/>
                </a:lnTo>
                <a:close/>
              </a:path>
            </a:pathLst>
          </a:custGeom>
          <a:solidFill>
            <a:schemeClr val="bg1"/>
          </a:solidFill>
          <a:ln>
            <a:noFill/>
          </a:ln>
        </p:spPr>
        <p:txBody>
          <a:bodyPr vert="horz" wrap="square" lIns="68580" tIns="34290" rIns="68580" bIns="34290" numCol="1" anchor="t" anchorCtr="0" compatLnSpc="1"/>
          <a:lstStyle/>
          <a:p>
            <a:endParaRPr lang="zh-CN" altLang="en-US">
              <a:solidFill>
                <a:srgbClr val="FDEBCD"/>
              </a:solidFill>
            </a:endParaRPr>
          </a:p>
        </p:txBody>
      </p:sp>
    </p:spTree>
    <p:extLst>
      <p:ext uri="{BB962C8B-B14F-4D97-AF65-F5344CB8AC3E}">
        <p14:creationId xmlns:p14="http://schemas.microsoft.com/office/powerpoint/2010/main" val="325503590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Balloons</Template>
  <TotalTime>65</TotalTime>
  <Words>2395</Words>
  <Application>Microsoft Office PowerPoint</Application>
  <PresentationFormat>全屏显示(4:3)</PresentationFormat>
  <Paragraphs>272</Paragraphs>
  <Slides>43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43</vt:i4>
      </vt:variant>
    </vt:vector>
  </HeadingPairs>
  <TitlesOfParts>
    <vt:vector size="55" baseType="lpstr">
      <vt:lpstr>阿里巴巴普惠体 R</vt:lpstr>
      <vt:lpstr>华文楷体</vt:lpstr>
      <vt:lpstr>微软雅黑</vt:lpstr>
      <vt:lpstr>Arial</vt:lpstr>
      <vt:lpstr>Calibri</vt:lpstr>
      <vt:lpstr>Consolas</vt:lpstr>
      <vt:lpstr>Courier New</vt:lpstr>
      <vt:lpstr>Palatino Linotype</vt:lpstr>
      <vt:lpstr>Times New Roman</vt:lpstr>
      <vt:lpstr>Verdana</vt:lpstr>
      <vt:lpstr>Wingdings</vt:lpstr>
      <vt:lpstr>Balloons</vt:lpstr>
      <vt:lpstr>基本数据类型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数据类型结构图</vt:lpstr>
      <vt:lpstr>整数类型</vt:lpstr>
      <vt:lpstr>PowerPoint 演示文稿</vt:lpstr>
      <vt:lpstr>PowerPoint 演示文稿</vt:lpstr>
      <vt:lpstr>布尔型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谈谈未来操作系统的发展趋势</dc:title>
  <dc:creator>Lenovo User</dc:creator>
  <cp:lastModifiedBy>tian he</cp:lastModifiedBy>
  <cp:revision>132</cp:revision>
  <dcterms:created xsi:type="dcterms:W3CDTF">2008-02-24T15:59:36Z</dcterms:created>
  <dcterms:modified xsi:type="dcterms:W3CDTF">2026-06-27T08:58:20Z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2052-11.1.0.9501</vt:lpwstr>
  </property>
</Properties>
</file>